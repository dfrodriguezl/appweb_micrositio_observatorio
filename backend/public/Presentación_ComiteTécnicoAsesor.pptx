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  <p:sldMasterId id="2147483672" r:id="rId2"/>
    <p:sldMasterId id="2147483651" r:id="rId3"/>
    <p:sldMasterId id="2147483654" r:id="rId4"/>
    <p:sldMasterId id="2147483675" r:id="rId5"/>
    <p:sldMasterId id="2147483682" r:id="rId6"/>
  </p:sldMasterIdLst>
  <p:notesMasterIdLst>
    <p:notesMasterId r:id="rId10"/>
  </p:notesMasterIdLst>
  <p:sldIdLst>
    <p:sldId id="2134804321" r:id="rId7"/>
    <p:sldId id="1245" r:id="rId8"/>
    <p:sldId id="1251" r:id="rId9"/>
  </p:sldIdLst>
  <p:sldSz cx="9144000" cy="5143500" type="screen16x9"/>
  <p:notesSz cx="6858000" cy="9926638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49" userDrawn="1">
          <p15:clr>
            <a:srgbClr val="A4A3A4"/>
          </p15:clr>
        </p15:guide>
        <p15:guide id="2" pos="16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Gladys Adriana Quintero Hernandez" initials="GAQH" lastIdx="35" clrIdx="6"/>
  <p:cmAuthor id="1" name="German Leonidas  Orjuela Borda" initials="GLOB" lastIdx="25" clrIdx="0"/>
  <p:cmAuthor id="8" name="German L. Orjuela B." initials="GLOB" lastIdx="88" clrIdx="7"/>
  <p:cmAuthor id="2" name="Carmelita Serna" initials="CS" lastIdx="54" clrIdx="1"/>
  <p:cmAuthor id="9" name="Obs" initials="Obs" lastIdx="3" clrIdx="8"/>
  <p:cmAuthor id="3" name="German Leonidas  Orjuela Borda" initials="GLOB [2]" lastIdx="6" clrIdx="2"/>
  <p:cmAuthor id="4" name="Luz Adriana Hernandez Vargas" initials="LAHV" lastIdx="17" clrIdx="3"/>
  <p:cmAuthor id="5" name="Margarita Maria Cadena Jaramillo" initials="Obs" lastIdx="58" clrIdx="4"/>
  <p:cmAuthor id="6" name="DIANA" initials="D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04C"/>
    <a:srgbClr val="7F7F7F"/>
    <a:srgbClr val="404E5C"/>
    <a:srgbClr val="264653"/>
    <a:srgbClr val="4F6272"/>
    <a:srgbClr val="F4A261"/>
    <a:srgbClr val="E9C46A"/>
    <a:srgbClr val="2A9D8F"/>
    <a:srgbClr val="1CCAD8"/>
    <a:srgbClr val="B7C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5C37A8-56E8-42E3-9A5A-1B2CB0845E0A}" v="36" dt="2021-09-30T23:24:04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62" autoAdjust="0"/>
    <p:restoredTop sz="82921" autoAdjust="0"/>
  </p:normalViewPr>
  <p:slideViewPr>
    <p:cSldViewPr snapToGrid="0" snapToObjects="1">
      <p:cViewPr varScale="1">
        <p:scale>
          <a:sx n="125" d="100"/>
          <a:sy n="125" d="100"/>
        </p:scale>
        <p:origin x="2760" y="96"/>
      </p:cViewPr>
      <p:guideLst>
        <p:guide orient="horz" pos="3049"/>
        <p:guide pos="16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Dario Carrillo Duran" userId="89b4fac2-a189-465c-b8f9-790f81eafcbb" providerId="ADAL" clId="{A65C37A8-56E8-42E3-9A5A-1B2CB0845E0A}"/>
    <pc:docChg chg="undo custSel addSld delSld modSld sldOrd">
      <pc:chgData name="Ivan Dario Carrillo Duran" userId="89b4fac2-a189-465c-b8f9-790f81eafcbb" providerId="ADAL" clId="{A65C37A8-56E8-42E3-9A5A-1B2CB0845E0A}" dt="2021-09-30T23:44:58.261" v="5715" actId="20577"/>
      <pc:docMkLst>
        <pc:docMk/>
      </pc:docMkLst>
      <pc:sldChg chg="addSp delSp modSp add mod">
        <pc:chgData name="Ivan Dario Carrillo Duran" userId="89b4fac2-a189-465c-b8f9-790f81eafcbb" providerId="ADAL" clId="{A65C37A8-56E8-42E3-9A5A-1B2CB0845E0A}" dt="2021-09-30T22:33:29.331" v="1681" actId="20577"/>
        <pc:sldMkLst>
          <pc:docMk/>
          <pc:sldMk cId="2579102112" sldId="1245"/>
        </pc:sldMkLst>
        <pc:spChg chg="add del">
          <ac:chgData name="Ivan Dario Carrillo Duran" userId="89b4fac2-a189-465c-b8f9-790f81eafcbb" providerId="ADAL" clId="{A65C37A8-56E8-42E3-9A5A-1B2CB0845E0A}" dt="2021-09-30T22:04:29.292" v="543" actId="478"/>
          <ac:spMkLst>
            <pc:docMk/>
            <pc:sldMk cId="2579102112" sldId="1245"/>
            <ac:spMk id="3" creationId="{3ACCFB6F-527B-4CF2-B2A5-7BFD459E712A}"/>
          </ac:spMkLst>
        </pc:spChg>
        <pc:spChg chg="mod">
          <ac:chgData name="Ivan Dario Carrillo Duran" userId="89b4fac2-a189-465c-b8f9-790f81eafcbb" providerId="ADAL" clId="{A65C37A8-56E8-42E3-9A5A-1B2CB0845E0A}" dt="2021-09-30T22:03:03.956" v="527" actId="1076"/>
          <ac:spMkLst>
            <pc:docMk/>
            <pc:sldMk cId="2579102112" sldId="1245"/>
            <ac:spMk id="4" creationId="{B7F77D03-6048-4F81-AB87-45EC25BEECFF}"/>
          </ac:spMkLst>
        </pc:spChg>
        <pc:spChg chg="mod">
          <ac:chgData name="Ivan Dario Carrillo Duran" userId="89b4fac2-a189-465c-b8f9-790f81eafcbb" providerId="ADAL" clId="{A65C37A8-56E8-42E3-9A5A-1B2CB0845E0A}" dt="2021-09-30T22:04:00.050" v="540" actId="14100"/>
          <ac:spMkLst>
            <pc:docMk/>
            <pc:sldMk cId="2579102112" sldId="1245"/>
            <ac:spMk id="5" creationId="{7AD1449F-894C-4B1B-8B9E-7C188B9D8E6D}"/>
          </ac:spMkLst>
        </pc:spChg>
        <pc:spChg chg="del mod">
          <ac:chgData name="Ivan Dario Carrillo Duran" userId="89b4fac2-a189-465c-b8f9-790f81eafcbb" providerId="ADAL" clId="{A65C37A8-56E8-42E3-9A5A-1B2CB0845E0A}" dt="2021-09-30T21:54:09.045" v="291" actId="478"/>
          <ac:spMkLst>
            <pc:docMk/>
            <pc:sldMk cId="2579102112" sldId="1245"/>
            <ac:spMk id="6" creationId="{6A8E9576-D32A-4C4B-8794-7C49EFB6BCEB}"/>
          </ac:spMkLst>
        </pc:spChg>
        <pc:spChg chg="del mod">
          <ac:chgData name="Ivan Dario Carrillo Duran" userId="89b4fac2-a189-465c-b8f9-790f81eafcbb" providerId="ADAL" clId="{A65C37A8-56E8-42E3-9A5A-1B2CB0845E0A}" dt="2021-09-30T21:54:09.045" v="291" actId="478"/>
          <ac:spMkLst>
            <pc:docMk/>
            <pc:sldMk cId="2579102112" sldId="1245"/>
            <ac:spMk id="7" creationId="{4191BA6F-05D5-45D8-8228-C2E346F22F7C}"/>
          </ac:spMkLst>
        </pc:spChg>
        <pc:spChg chg="add mod">
          <ac:chgData name="Ivan Dario Carrillo Duran" userId="89b4fac2-a189-465c-b8f9-790f81eafcbb" providerId="ADAL" clId="{A65C37A8-56E8-42E3-9A5A-1B2CB0845E0A}" dt="2021-09-30T22:11:45.647" v="1082" actId="1076"/>
          <ac:spMkLst>
            <pc:docMk/>
            <pc:sldMk cId="2579102112" sldId="1245"/>
            <ac:spMk id="8" creationId="{61D35D0F-A608-43AE-99DA-99D7B87F3685}"/>
          </ac:spMkLst>
        </pc:spChg>
        <pc:spChg chg="del mod">
          <ac:chgData name="Ivan Dario Carrillo Duran" userId="89b4fac2-a189-465c-b8f9-790f81eafcbb" providerId="ADAL" clId="{A65C37A8-56E8-42E3-9A5A-1B2CB0845E0A}" dt="2021-09-30T21:54:09.045" v="291" actId="478"/>
          <ac:spMkLst>
            <pc:docMk/>
            <pc:sldMk cId="2579102112" sldId="1245"/>
            <ac:spMk id="9" creationId="{E2078836-FEBB-4EAF-A7AE-C88B22407D3F}"/>
          </ac:spMkLst>
        </pc:spChg>
        <pc:spChg chg="del mod">
          <ac:chgData name="Ivan Dario Carrillo Duran" userId="89b4fac2-a189-465c-b8f9-790f81eafcbb" providerId="ADAL" clId="{A65C37A8-56E8-42E3-9A5A-1B2CB0845E0A}" dt="2021-09-30T21:53:46.309" v="282" actId="478"/>
          <ac:spMkLst>
            <pc:docMk/>
            <pc:sldMk cId="2579102112" sldId="1245"/>
            <ac:spMk id="10" creationId="{57819D40-CFCE-49E3-A974-54698CC6EDD6}"/>
          </ac:spMkLst>
        </pc:spChg>
        <pc:spChg chg="add mod">
          <ac:chgData name="Ivan Dario Carrillo Duran" userId="89b4fac2-a189-465c-b8f9-790f81eafcbb" providerId="ADAL" clId="{A65C37A8-56E8-42E3-9A5A-1B2CB0845E0A}" dt="2021-09-30T22:01:25.015" v="458" actId="1076"/>
          <ac:spMkLst>
            <pc:docMk/>
            <pc:sldMk cId="2579102112" sldId="1245"/>
            <ac:spMk id="11" creationId="{DF99FF2B-7AD4-4D76-8397-140D0EAEF8BB}"/>
          </ac:spMkLst>
        </pc:spChg>
        <pc:spChg chg="add mod">
          <ac:chgData name="Ivan Dario Carrillo Duran" userId="89b4fac2-a189-465c-b8f9-790f81eafcbb" providerId="ADAL" clId="{A65C37A8-56E8-42E3-9A5A-1B2CB0845E0A}" dt="2021-09-30T22:01:25.015" v="458" actId="1076"/>
          <ac:spMkLst>
            <pc:docMk/>
            <pc:sldMk cId="2579102112" sldId="1245"/>
            <ac:spMk id="12" creationId="{97D07CB4-9550-4BEF-B9DE-3E76DD29A5E4}"/>
          </ac:spMkLst>
        </pc:spChg>
        <pc:spChg chg="add mod">
          <ac:chgData name="Ivan Dario Carrillo Duran" userId="89b4fac2-a189-465c-b8f9-790f81eafcbb" providerId="ADAL" clId="{A65C37A8-56E8-42E3-9A5A-1B2CB0845E0A}" dt="2021-09-30T22:01:25.015" v="458" actId="1076"/>
          <ac:spMkLst>
            <pc:docMk/>
            <pc:sldMk cId="2579102112" sldId="1245"/>
            <ac:spMk id="13" creationId="{06342287-C63E-4BA0-9D48-80682BA51931}"/>
          </ac:spMkLst>
        </pc:spChg>
        <pc:spChg chg="add mod">
          <ac:chgData name="Ivan Dario Carrillo Duran" userId="89b4fac2-a189-465c-b8f9-790f81eafcbb" providerId="ADAL" clId="{A65C37A8-56E8-42E3-9A5A-1B2CB0845E0A}" dt="2021-09-30T22:01:25.015" v="458" actId="1076"/>
          <ac:spMkLst>
            <pc:docMk/>
            <pc:sldMk cId="2579102112" sldId="1245"/>
            <ac:spMk id="14" creationId="{888B593B-21DC-4F06-9494-4561410D9BE3}"/>
          </ac:spMkLst>
        </pc:spChg>
        <pc:spChg chg="add mod">
          <ac:chgData name="Ivan Dario Carrillo Duran" userId="89b4fac2-a189-465c-b8f9-790f81eafcbb" providerId="ADAL" clId="{A65C37A8-56E8-42E3-9A5A-1B2CB0845E0A}" dt="2021-09-30T22:01:25.015" v="458" actId="1076"/>
          <ac:spMkLst>
            <pc:docMk/>
            <pc:sldMk cId="2579102112" sldId="1245"/>
            <ac:spMk id="15" creationId="{0BD40B1D-3BD7-453A-BD9F-AFD6BEAB7AC0}"/>
          </ac:spMkLst>
        </pc:spChg>
        <pc:spChg chg="add del mod">
          <ac:chgData name="Ivan Dario Carrillo Duran" userId="89b4fac2-a189-465c-b8f9-790f81eafcbb" providerId="ADAL" clId="{A65C37A8-56E8-42E3-9A5A-1B2CB0845E0A}" dt="2021-09-30T22:01:14.165" v="455" actId="478"/>
          <ac:spMkLst>
            <pc:docMk/>
            <pc:sldMk cId="2579102112" sldId="1245"/>
            <ac:spMk id="16" creationId="{410CCBDF-A2A8-4FB0-AE67-4201499D38CF}"/>
          </ac:spMkLst>
        </pc:spChg>
        <pc:spChg chg="add del mod">
          <ac:chgData name="Ivan Dario Carrillo Duran" userId="89b4fac2-a189-465c-b8f9-790f81eafcbb" providerId="ADAL" clId="{A65C37A8-56E8-42E3-9A5A-1B2CB0845E0A}" dt="2021-09-30T21:56:01.516" v="358" actId="478"/>
          <ac:spMkLst>
            <pc:docMk/>
            <pc:sldMk cId="2579102112" sldId="1245"/>
            <ac:spMk id="17" creationId="{20E8084E-AFF6-48D2-9DDF-63E3F3E3BB7F}"/>
          </ac:spMkLst>
        </pc:spChg>
        <pc:spChg chg="add mod">
          <ac:chgData name="Ivan Dario Carrillo Duran" userId="89b4fac2-a189-465c-b8f9-790f81eafcbb" providerId="ADAL" clId="{A65C37A8-56E8-42E3-9A5A-1B2CB0845E0A}" dt="2021-09-30T22:05:40.272" v="737" actId="20577"/>
          <ac:spMkLst>
            <pc:docMk/>
            <pc:sldMk cId="2579102112" sldId="1245"/>
            <ac:spMk id="23" creationId="{46E602B3-D417-4790-9B3B-3249DDBBEF70}"/>
          </ac:spMkLst>
        </pc:spChg>
        <pc:spChg chg="add mod">
          <ac:chgData name="Ivan Dario Carrillo Duran" userId="89b4fac2-a189-465c-b8f9-790f81eafcbb" providerId="ADAL" clId="{A65C37A8-56E8-42E3-9A5A-1B2CB0845E0A}" dt="2021-09-30T22:04:38.124" v="544" actId="207"/>
          <ac:spMkLst>
            <pc:docMk/>
            <pc:sldMk cId="2579102112" sldId="1245"/>
            <ac:spMk id="24" creationId="{181ACCBA-793A-49BC-B8C2-C2F66A52C3BA}"/>
          </ac:spMkLst>
        </pc:spChg>
        <pc:spChg chg="add mod">
          <ac:chgData name="Ivan Dario Carrillo Duran" userId="89b4fac2-a189-465c-b8f9-790f81eafcbb" providerId="ADAL" clId="{A65C37A8-56E8-42E3-9A5A-1B2CB0845E0A}" dt="2021-09-30T22:33:29.331" v="1681" actId="20577"/>
          <ac:spMkLst>
            <pc:docMk/>
            <pc:sldMk cId="2579102112" sldId="1245"/>
            <ac:spMk id="25" creationId="{F9C30B30-C189-4882-8CD8-A88AE056DE87}"/>
          </ac:spMkLst>
        </pc:spChg>
        <pc:spChg chg="add mod ord">
          <ac:chgData name="Ivan Dario Carrillo Duran" userId="89b4fac2-a189-465c-b8f9-790f81eafcbb" providerId="ADAL" clId="{A65C37A8-56E8-42E3-9A5A-1B2CB0845E0A}" dt="2021-09-30T22:11:15.373" v="1075" actId="14100"/>
          <ac:spMkLst>
            <pc:docMk/>
            <pc:sldMk cId="2579102112" sldId="1245"/>
            <ac:spMk id="32" creationId="{DDBF2B13-C584-4918-8574-4F81EF5B002D}"/>
          </ac:spMkLst>
        </pc:spChg>
        <pc:picChg chg="add mod">
          <ac:chgData name="Ivan Dario Carrillo Duran" userId="89b4fac2-a189-465c-b8f9-790f81eafcbb" providerId="ADAL" clId="{A65C37A8-56E8-42E3-9A5A-1B2CB0845E0A}" dt="2021-09-30T22:01:25.015" v="458" actId="1076"/>
          <ac:picMkLst>
            <pc:docMk/>
            <pc:sldMk cId="2579102112" sldId="1245"/>
            <ac:picMk id="18" creationId="{1A01E5B6-784D-4F94-A0B8-41ABBA8A4688}"/>
          </ac:picMkLst>
        </pc:picChg>
        <pc:picChg chg="add mod">
          <ac:chgData name="Ivan Dario Carrillo Duran" userId="89b4fac2-a189-465c-b8f9-790f81eafcbb" providerId="ADAL" clId="{A65C37A8-56E8-42E3-9A5A-1B2CB0845E0A}" dt="2021-09-30T22:01:25.015" v="458" actId="1076"/>
          <ac:picMkLst>
            <pc:docMk/>
            <pc:sldMk cId="2579102112" sldId="1245"/>
            <ac:picMk id="19" creationId="{D9F61E0B-9202-41AE-A4EA-D38906558065}"/>
          </ac:picMkLst>
        </pc:picChg>
        <pc:picChg chg="add mod">
          <ac:chgData name="Ivan Dario Carrillo Duran" userId="89b4fac2-a189-465c-b8f9-790f81eafcbb" providerId="ADAL" clId="{A65C37A8-56E8-42E3-9A5A-1B2CB0845E0A}" dt="2021-09-30T22:12:06.449" v="1083" actId="14100"/>
          <ac:picMkLst>
            <pc:docMk/>
            <pc:sldMk cId="2579102112" sldId="1245"/>
            <ac:picMk id="20" creationId="{73916721-8661-4988-A2D0-58230B1CC2BA}"/>
          </ac:picMkLst>
        </pc:picChg>
        <pc:picChg chg="add mod">
          <ac:chgData name="Ivan Dario Carrillo Duran" userId="89b4fac2-a189-465c-b8f9-790f81eafcbb" providerId="ADAL" clId="{A65C37A8-56E8-42E3-9A5A-1B2CB0845E0A}" dt="2021-09-30T22:01:25.015" v="458" actId="1076"/>
          <ac:picMkLst>
            <pc:docMk/>
            <pc:sldMk cId="2579102112" sldId="1245"/>
            <ac:picMk id="21" creationId="{A460EE4B-70D9-4D30-8045-F6E9101EF528}"/>
          </ac:picMkLst>
        </pc:picChg>
        <pc:picChg chg="add mod">
          <ac:chgData name="Ivan Dario Carrillo Duran" userId="89b4fac2-a189-465c-b8f9-790f81eafcbb" providerId="ADAL" clId="{A65C37A8-56E8-42E3-9A5A-1B2CB0845E0A}" dt="2021-09-30T22:01:25.015" v="458" actId="1076"/>
          <ac:picMkLst>
            <pc:docMk/>
            <pc:sldMk cId="2579102112" sldId="1245"/>
            <ac:picMk id="22" creationId="{00246349-6866-4ED2-B28B-91844BE7AE06}"/>
          </ac:picMkLst>
        </pc:picChg>
        <pc:picChg chg="add del mod">
          <ac:chgData name="Ivan Dario Carrillo Duran" userId="89b4fac2-a189-465c-b8f9-790f81eafcbb" providerId="ADAL" clId="{A65C37A8-56E8-42E3-9A5A-1B2CB0845E0A}" dt="2021-09-30T22:09:21.553" v="1047" actId="478"/>
          <ac:picMkLst>
            <pc:docMk/>
            <pc:sldMk cId="2579102112" sldId="1245"/>
            <ac:picMk id="29" creationId="{95DA715A-4642-4800-8E56-3FF37E778A9C}"/>
          </ac:picMkLst>
        </pc:picChg>
        <pc:picChg chg="add del mod">
          <ac:chgData name="Ivan Dario Carrillo Duran" userId="89b4fac2-a189-465c-b8f9-790f81eafcbb" providerId="ADAL" clId="{A65C37A8-56E8-42E3-9A5A-1B2CB0845E0A}" dt="2021-09-30T22:09:50.074" v="1054" actId="478"/>
          <ac:picMkLst>
            <pc:docMk/>
            <pc:sldMk cId="2579102112" sldId="1245"/>
            <ac:picMk id="30" creationId="{B92E7B3E-547D-40F6-8AA7-06C51D25D4B3}"/>
          </ac:picMkLst>
        </pc:picChg>
        <pc:picChg chg="add mod">
          <ac:chgData name="Ivan Dario Carrillo Duran" userId="89b4fac2-a189-465c-b8f9-790f81eafcbb" providerId="ADAL" clId="{A65C37A8-56E8-42E3-9A5A-1B2CB0845E0A}" dt="2021-09-30T22:11:28.650" v="1078" actId="1076"/>
          <ac:picMkLst>
            <pc:docMk/>
            <pc:sldMk cId="2579102112" sldId="1245"/>
            <ac:picMk id="31" creationId="{6E4AF7C7-7931-4726-8330-647ABAFFECBC}"/>
          </ac:picMkLst>
        </pc:picChg>
        <pc:cxnChg chg="add mod">
          <ac:chgData name="Ivan Dario Carrillo Duran" userId="89b4fac2-a189-465c-b8f9-790f81eafcbb" providerId="ADAL" clId="{A65C37A8-56E8-42E3-9A5A-1B2CB0845E0A}" dt="2021-09-30T22:28:41.739" v="1437" actId="14100"/>
          <ac:cxnSpMkLst>
            <pc:docMk/>
            <pc:sldMk cId="2579102112" sldId="1245"/>
            <ac:cxnSpMk id="27" creationId="{D4715CEC-760A-488B-A487-0E0E9D00BFC8}"/>
          </ac:cxnSpMkLst>
        </pc:cxnChg>
      </pc:sldChg>
      <pc:sldChg chg="modSp add del mod">
        <pc:chgData name="Ivan Dario Carrillo Duran" userId="89b4fac2-a189-465c-b8f9-790f81eafcbb" providerId="ADAL" clId="{A65C37A8-56E8-42E3-9A5A-1B2CB0845E0A}" dt="2021-09-30T22:04:04.352" v="541" actId="47"/>
        <pc:sldMkLst>
          <pc:docMk/>
          <pc:sldMk cId="258187652" sldId="1246"/>
        </pc:sldMkLst>
        <pc:spChg chg="mod">
          <ac:chgData name="Ivan Dario Carrillo Duran" userId="89b4fac2-a189-465c-b8f9-790f81eafcbb" providerId="ADAL" clId="{A65C37A8-56E8-42E3-9A5A-1B2CB0845E0A}" dt="2021-09-30T21:40:21.861" v="20" actId="5793"/>
          <ac:spMkLst>
            <pc:docMk/>
            <pc:sldMk cId="258187652" sldId="1246"/>
            <ac:spMk id="10" creationId="{88BA57B8-7B37-4A59-B52D-B0D84B95014B}"/>
          </ac:spMkLst>
        </pc:spChg>
        <pc:picChg chg="mod">
          <ac:chgData name="Ivan Dario Carrillo Duran" userId="89b4fac2-a189-465c-b8f9-790f81eafcbb" providerId="ADAL" clId="{A65C37A8-56E8-42E3-9A5A-1B2CB0845E0A}" dt="2021-09-30T21:54:52.142" v="335" actId="1076"/>
          <ac:picMkLst>
            <pc:docMk/>
            <pc:sldMk cId="258187652" sldId="1246"/>
            <ac:picMk id="3" creationId="{9883FDBB-F7D4-432C-A4C8-8960325ACFDF}"/>
          </ac:picMkLst>
        </pc:picChg>
      </pc:sldChg>
      <pc:sldChg chg="add del">
        <pc:chgData name="Ivan Dario Carrillo Duran" userId="89b4fac2-a189-465c-b8f9-790f81eafcbb" providerId="ADAL" clId="{A65C37A8-56E8-42E3-9A5A-1B2CB0845E0A}" dt="2021-09-30T21:51:49.022" v="239" actId="47"/>
        <pc:sldMkLst>
          <pc:docMk/>
          <pc:sldMk cId="1739930973" sldId="1247"/>
        </pc:sldMkLst>
      </pc:sldChg>
      <pc:sldChg chg="addSp delSp modSp add mod modNotesTx">
        <pc:chgData name="Ivan Dario Carrillo Duran" userId="89b4fac2-a189-465c-b8f9-790f81eafcbb" providerId="ADAL" clId="{A65C37A8-56E8-42E3-9A5A-1B2CB0845E0A}" dt="2021-09-30T23:25:07.136" v="5702" actId="1076"/>
        <pc:sldMkLst>
          <pc:docMk/>
          <pc:sldMk cId="734356257" sldId="1251"/>
        </pc:sldMkLst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2" creationId="{F3C397CC-BED0-4A74-89B9-F669AAA236A2}"/>
          </ac:spMkLst>
        </pc:spChg>
        <pc:spChg chg="mod">
          <ac:chgData name="Ivan Dario Carrillo Duran" userId="89b4fac2-a189-465c-b8f9-790f81eafcbb" providerId="ADAL" clId="{A65C37A8-56E8-42E3-9A5A-1B2CB0845E0A}" dt="2021-09-30T22:59:34.273" v="3916" actId="1076"/>
          <ac:spMkLst>
            <pc:docMk/>
            <pc:sldMk cId="734356257" sldId="1251"/>
            <ac:spMk id="3" creationId="{81B74AF1-866C-4D82-B5A3-AE6F22633344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4" creationId="{ADBCBC1B-3FAE-4337-A025-663F778244FB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6" creationId="{04783433-EED7-4751-B970-52D6F64E83A8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7" creationId="{31E15741-B736-4C47-B9FD-0C303D172468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8" creationId="{ACB37AE7-287E-4125-94E6-D72856A7653C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9" creationId="{1AEB7B09-8A74-4E04-B8BF-BE5143D21DFB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10" creationId="{E2656D71-0A06-4C91-BF8F-D43FB6CD5172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62" creationId="{8EC4582F-4244-4FFF-B338-30DD72E289BE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63" creationId="{89237F9D-CAC1-482D-A870-CE5F6E3496D4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64" creationId="{AA2631EC-FA99-4BF0-BC20-FD5D18B10224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65" creationId="{A4D2F750-F0DB-46A6-84C1-CF0C2C7B48CD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66" creationId="{50B8A42B-2BD5-4423-94EA-A9BED6BBD849}"/>
          </ac:spMkLst>
        </pc:spChg>
        <pc:spChg chg="mod or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70" creationId="{3ED5128E-E67C-438F-A131-47CA72DBCD4C}"/>
          </ac:spMkLst>
        </pc:spChg>
        <pc:spChg chg="del mod">
          <ac:chgData name="Ivan Dario Carrillo Duran" userId="89b4fac2-a189-465c-b8f9-790f81eafcbb" providerId="ADAL" clId="{A65C37A8-56E8-42E3-9A5A-1B2CB0845E0A}" dt="2021-09-30T22:23:31.272" v="1295" actId="478"/>
          <ac:spMkLst>
            <pc:docMk/>
            <pc:sldMk cId="734356257" sldId="1251"/>
            <ac:spMk id="71" creationId="{1FE151F7-68A2-4372-A1B7-4B1A823A8412}"/>
          </ac:spMkLst>
        </pc:spChg>
        <pc:spChg chg="del mod">
          <ac:chgData name="Ivan Dario Carrillo Duran" userId="89b4fac2-a189-465c-b8f9-790f81eafcbb" providerId="ADAL" clId="{A65C37A8-56E8-42E3-9A5A-1B2CB0845E0A}" dt="2021-09-30T22:18:24.162" v="1188" actId="478"/>
          <ac:spMkLst>
            <pc:docMk/>
            <pc:sldMk cId="734356257" sldId="1251"/>
            <ac:spMk id="75" creationId="{9C7469E2-5D22-4510-A601-39FA55C0DE2A}"/>
          </ac:spMkLst>
        </pc:spChg>
        <pc:spChg chg="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76" creationId="{E13FD803-6666-4A31-A712-E6DD79A1CF1B}"/>
          </ac:spMkLst>
        </pc:spChg>
        <pc:spChg chg="add 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123" creationId="{A49C24BF-11AF-43AB-A48E-EE0DBE14336F}"/>
          </ac:spMkLst>
        </pc:spChg>
        <pc:spChg chg="add mod">
          <ac:chgData name="Ivan Dario Carrillo Duran" userId="89b4fac2-a189-465c-b8f9-790f81eafcbb" providerId="ADAL" clId="{A65C37A8-56E8-42E3-9A5A-1B2CB0845E0A}" dt="2021-09-30T22:28:28.869" v="1434" actId="1037"/>
          <ac:spMkLst>
            <pc:docMk/>
            <pc:sldMk cId="734356257" sldId="1251"/>
            <ac:spMk id="162" creationId="{9F672A00-70E8-49E7-A9CD-E69E8CF307B5}"/>
          </ac:spMkLst>
        </pc:spChg>
        <pc:spChg chg="add mod">
          <ac:chgData name="Ivan Dario Carrillo Duran" userId="89b4fac2-a189-465c-b8f9-790f81eafcbb" providerId="ADAL" clId="{A65C37A8-56E8-42E3-9A5A-1B2CB0845E0A}" dt="2021-09-30T23:25:04.246" v="5701" actId="1076"/>
          <ac:spMkLst>
            <pc:docMk/>
            <pc:sldMk cId="734356257" sldId="1251"/>
            <ac:spMk id="176" creationId="{13C33AD2-A71B-4941-B5B5-C5A876501DF0}"/>
          </ac:spMkLst>
        </pc:spChg>
        <pc:spChg chg="add mod">
          <ac:chgData name="Ivan Dario Carrillo Duran" userId="89b4fac2-a189-465c-b8f9-790f81eafcbb" providerId="ADAL" clId="{A65C37A8-56E8-42E3-9A5A-1B2CB0845E0A}" dt="2021-09-30T23:25:07.136" v="5702" actId="1076"/>
          <ac:spMkLst>
            <pc:docMk/>
            <pc:sldMk cId="734356257" sldId="1251"/>
            <ac:spMk id="178" creationId="{F31D52FE-1EDB-46EA-81AA-D08328F2CBC9}"/>
          </ac:spMkLst>
        </pc:spChg>
        <pc:spChg chg="add mod">
          <ac:chgData name="Ivan Dario Carrillo Duran" userId="89b4fac2-a189-465c-b8f9-790f81eafcbb" providerId="ADAL" clId="{A65C37A8-56E8-42E3-9A5A-1B2CB0845E0A}" dt="2021-09-30T23:24:34.590" v="5697" actId="1076"/>
          <ac:spMkLst>
            <pc:docMk/>
            <pc:sldMk cId="734356257" sldId="1251"/>
            <ac:spMk id="180" creationId="{BAAFE646-6BB8-40C6-AD1F-D2AEF1619710}"/>
          </ac:spMkLst>
        </pc:spChg>
        <pc:spChg chg="add del">
          <ac:chgData name="Ivan Dario Carrillo Duran" userId="89b4fac2-a189-465c-b8f9-790f81eafcbb" providerId="ADAL" clId="{A65C37A8-56E8-42E3-9A5A-1B2CB0845E0A}" dt="2021-09-30T23:16:51.396" v="5221" actId="22"/>
          <ac:spMkLst>
            <pc:docMk/>
            <pc:sldMk cId="734356257" sldId="1251"/>
            <ac:spMk id="182" creationId="{9AA49CD0-4BAF-4A70-926D-3DC8AD5F702A}"/>
          </ac:spMkLst>
        </pc:spChg>
        <pc:spChg chg="add mod">
          <ac:chgData name="Ivan Dario Carrillo Duran" userId="89b4fac2-a189-465c-b8f9-790f81eafcbb" providerId="ADAL" clId="{A65C37A8-56E8-42E3-9A5A-1B2CB0845E0A}" dt="2021-09-30T23:24:58.597" v="5700" actId="1076"/>
          <ac:spMkLst>
            <pc:docMk/>
            <pc:sldMk cId="734356257" sldId="1251"/>
            <ac:spMk id="184" creationId="{5568ABBF-D4EE-426D-A7CD-1006922718BD}"/>
          </ac:spMkLst>
        </pc:spChg>
        <pc:picChg chg="add del mod">
          <ac:chgData name="Ivan Dario Carrillo Duran" userId="89b4fac2-a189-465c-b8f9-790f81eafcbb" providerId="ADAL" clId="{A65C37A8-56E8-42E3-9A5A-1B2CB0845E0A}" dt="2021-09-30T23:22:23.991" v="5685" actId="478"/>
          <ac:picMkLst>
            <pc:docMk/>
            <pc:sldMk cId="734356257" sldId="1251"/>
            <ac:picMk id="185" creationId="{C9412185-F4DB-45BD-8D1A-2917626B40A0}"/>
          </ac:picMkLst>
        </pc:picChg>
        <pc:picChg chg="add mod">
          <ac:chgData name="Ivan Dario Carrillo Duran" userId="89b4fac2-a189-465c-b8f9-790f81eafcbb" providerId="ADAL" clId="{A65C37A8-56E8-42E3-9A5A-1B2CB0845E0A}" dt="2021-09-30T23:24:32.227" v="5696" actId="1076"/>
          <ac:picMkLst>
            <pc:docMk/>
            <pc:sldMk cId="734356257" sldId="1251"/>
            <ac:picMk id="187" creationId="{6530A39C-8C95-447C-BC7B-E3F0AA6E243A}"/>
          </ac:picMkLst>
        </pc:picChg>
        <pc:cxnChg chg="del mod">
          <ac:chgData name="Ivan Dario Carrillo Duran" userId="89b4fac2-a189-465c-b8f9-790f81eafcbb" providerId="ADAL" clId="{A65C37A8-56E8-42E3-9A5A-1B2CB0845E0A}" dt="2021-09-30T22:20:47.881" v="1217" actId="478"/>
          <ac:cxnSpMkLst>
            <pc:docMk/>
            <pc:sldMk cId="734356257" sldId="1251"/>
            <ac:cxnSpMk id="12" creationId="{6B388D28-3418-4934-82E2-89ECC146C9A1}"/>
          </ac:cxnSpMkLst>
        </pc:cxnChg>
        <pc:cxnChg chg="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14" creationId="{D8CAECB2-D6DB-4A11-95FF-A698DC90DDA0}"/>
          </ac:cxnSpMkLst>
        </pc:cxnChg>
        <pc:cxnChg chg="del mod">
          <ac:chgData name="Ivan Dario Carrillo Duran" userId="89b4fac2-a189-465c-b8f9-790f81eafcbb" providerId="ADAL" clId="{A65C37A8-56E8-42E3-9A5A-1B2CB0845E0A}" dt="2021-09-30T22:21:43.364" v="1228" actId="478"/>
          <ac:cxnSpMkLst>
            <pc:docMk/>
            <pc:sldMk cId="734356257" sldId="1251"/>
            <ac:cxnSpMk id="16" creationId="{FDC5A391-289A-4D1B-99FB-915553A64F3D}"/>
          </ac:cxnSpMkLst>
        </pc:cxnChg>
        <pc:cxnChg chg="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18" creationId="{730F107A-5F75-4281-ACD3-F3ECD70AACA0}"/>
          </ac:cxnSpMkLst>
        </pc:cxnChg>
        <pc:cxnChg chg="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20" creationId="{B4ECD488-79A2-4670-A60C-F3E05EB6A430}"/>
          </ac:cxnSpMkLst>
        </pc:cxnChg>
        <pc:cxnChg chg="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22" creationId="{D198B88F-F81D-4B14-B2D2-0AA081A56EF8}"/>
          </ac:cxnSpMkLst>
        </pc:cxnChg>
        <pc:cxnChg chg="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24" creationId="{BBF915F2-F199-4CF2-986D-EC283DC87C57}"/>
          </ac:cxnSpMkLst>
        </pc:cxnChg>
        <pc:cxnChg chg="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26" creationId="{6153567E-6F17-4428-B875-60621E50A318}"/>
          </ac:cxnSpMkLst>
        </pc:cxnChg>
        <pc:cxnChg chg="del mod">
          <ac:chgData name="Ivan Dario Carrillo Duran" userId="89b4fac2-a189-465c-b8f9-790f81eafcbb" providerId="ADAL" clId="{A65C37A8-56E8-42E3-9A5A-1B2CB0845E0A}" dt="2021-09-30T22:23:33.260" v="1296" actId="478"/>
          <ac:cxnSpMkLst>
            <pc:docMk/>
            <pc:sldMk cId="734356257" sldId="1251"/>
            <ac:cxnSpMk id="67" creationId="{1882BD9E-DF5E-49F9-B11D-AE7EA65546E3}"/>
          </ac:cxnSpMkLst>
        </pc:cxnChg>
        <pc:cxnChg chg="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72" creationId="{7B1EA09B-F430-4FA7-B831-12CDCBC0D969}"/>
          </ac:cxnSpMkLst>
        </pc:cxnChg>
        <pc:cxnChg chg="add del mod">
          <ac:chgData name="Ivan Dario Carrillo Duran" userId="89b4fac2-a189-465c-b8f9-790f81eafcbb" providerId="ADAL" clId="{A65C37A8-56E8-42E3-9A5A-1B2CB0845E0A}" dt="2021-09-30T22:21:45.208" v="1229" actId="478"/>
          <ac:cxnSpMkLst>
            <pc:docMk/>
            <pc:sldMk cId="734356257" sldId="1251"/>
            <ac:cxnSpMk id="137" creationId="{F7791334-32EF-40A6-8A85-FBBC828F07B1}"/>
          </ac:cxnSpMkLst>
        </pc:cxnChg>
        <pc:cxnChg chg="add 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146" creationId="{C376FCB5-4DEE-41F9-8C9C-288076C2EE46}"/>
          </ac:cxnSpMkLst>
        </pc:cxnChg>
        <pc:cxnChg chg="add 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148" creationId="{314DA9AE-9D06-4CDC-8CFF-6F3EE58DE8B4}"/>
          </ac:cxnSpMkLst>
        </pc:cxnChg>
        <pc:cxnChg chg="add 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165" creationId="{F24CEDE3-AF57-4571-9ED1-529A0D5D48A4}"/>
          </ac:cxnSpMkLst>
        </pc:cxnChg>
        <pc:cxnChg chg="add mod">
          <ac:chgData name="Ivan Dario Carrillo Duran" userId="89b4fac2-a189-465c-b8f9-790f81eafcbb" providerId="ADAL" clId="{A65C37A8-56E8-42E3-9A5A-1B2CB0845E0A}" dt="2021-09-30T22:28:28.869" v="1434" actId="1037"/>
          <ac:cxnSpMkLst>
            <pc:docMk/>
            <pc:sldMk cId="734356257" sldId="1251"/>
            <ac:cxnSpMk id="171" creationId="{237177F3-E19C-4E57-B128-5FDD2E2CD414}"/>
          </ac:cxnSpMkLst>
        </pc:cxnChg>
        <pc:cxnChg chg="add mod">
          <ac:chgData name="Ivan Dario Carrillo Duran" userId="89b4fac2-a189-465c-b8f9-790f81eafcbb" providerId="ADAL" clId="{A65C37A8-56E8-42E3-9A5A-1B2CB0845E0A}" dt="2021-09-30T23:22:20.997" v="5684" actId="14100"/>
          <ac:cxnSpMkLst>
            <pc:docMk/>
            <pc:sldMk cId="734356257" sldId="1251"/>
            <ac:cxnSpMk id="175" creationId="{2C8F56E6-17A8-44F4-81BB-7F3A98B2F159}"/>
          </ac:cxnSpMkLst>
        </pc:cxnChg>
      </pc:sldChg>
      <pc:sldChg chg="modSp mod">
        <pc:chgData name="Ivan Dario Carrillo Duran" userId="89b4fac2-a189-465c-b8f9-790f81eafcbb" providerId="ADAL" clId="{A65C37A8-56E8-42E3-9A5A-1B2CB0845E0A}" dt="2021-09-30T23:25:38.774" v="5704" actId="404"/>
        <pc:sldMkLst>
          <pc:docMk/>
          <pc:sldMk cId="1657557088" sldId="2134804321"/>
        </pc:sldMkLst>
        <pc:spChg chg="mod">
          <ac:chgData name="Ivan Dario Carrillo Duran" userId="89b4fac2-a189-465c-b8f9-790f81eafcbb" providerId="ADAL" clId="{A65C37A8-56E8-42E3-9A5A-1B2CB0845E0A}" dt="2021-09-30T23:25:38.774" v="5704" actId="404"/>
          <ac:spMkLst>
            <pc:docMk/>
            <pc:sldMk cId="1657557088" sldId="2134804321"/>
            <ac:spMk id="2" creationId="{555552CD-9B57-4CF6-A3B1-0AD1AB3AE33D}"/>
          </ac:spMkLst>
        </pc:spChg>
        <pc:spChg chg="mod">
          <ac:chgData name="Ivan Dario Carrillo Duran" userId="89b4fac2-a189-465c-b8f9-790f81eafcbb" providerId="ADAL" clId="{A65C37A8-56E8-42E3-9A5A-1B2CB0845E0A}" dt="2021-09-30T21:38:29.999" v="13" actId="20577"/>
          <ac:spMkLst>
            <pc:docMk/>
            <pc:sldMk cId="1657557088" sldId="2134804321"/>
            <ac:spMk id="3" creationId="{1AAF8533-6221-46BD-A254-2518793B28C5}"/>
          </ac:spMkLst>
        </pc:spChg>
      </pc:sldChg>
      <pc:sldChg chg="new del">
        <pc:chgData name="Ivan Dario Carrillo Duran" userId="89b4fac2-a189-465c-b8f9-790f81eafcbb" providerId="ADAL" clId="{A65C37A8-56E8-42E3-9A5A-1B2CB0845E0A}" dt="2021-09-30T21:38:55.806" v="16" actId="47"/>
        <pc:sldMkLst>
          <pc:docMk/>
          <pc:sldMk cId="3760248495" sldId="2134804322"/>
        </pc:sldMkLst>
      </pc:sldChg>
      <pc:sldChg chg="addSp delSp modSp new mod">
        <pc:chgData name="Ivan Dario Carrillo Duran" userId="89b4fac2-a189-465c-b8f9-790f81eafcbb" providerId="ADAL" clId="{A65C37A8-56E8-42E3-9A5A-1B2CB0845E0A}" dt="2021-09-30T22:58:51.997" v="3864" actId="123"/>
        <pc:sldMkLst>
          <pc:docMk/>
          <pc:sldMk cId="4198538673" sldId="2134804322"/>
        </pc:sldMkLst>
        <pc:spChg chg="add del mod">
          <ac:chgData name="Ivan Dario Carrillo Duran" userId="89b4fac2-a189-465c-b8f9-790f81eafcbb" providerId="ADAL" clId="{A65C37A8-56E8-42E3-9A5A-1B2CB0845E0A}" dt="2021-09-30T21:42:35.103" v="28" actId="478"/>
          <ac:spMkLst>
            <pc:docMk/>
            <pc:sldMk cId="4198538673" sldId="2134804322"/>
            <ac:spMk id="2" creationId="{25ACF095-C19B-4967-9FC4-A6343ADA8EDF}"/>
          </ac:spMkLst>
        </pc:spChg>
        <pc:spChg chg="add mod">
          <ac:chgData name="Ivan Dario Carrillo Duran" userId="89b4fac2-a189-465c-b8f9-790f81eafcbb" providerId="ADAL" clId="{A65C37A8-56E8-42E3-9A5A-1B2CB0845E0A}" dt="2021-09-30T22:57:34.374" v="3842" actId="20577"/>
          <ac:spMkLst>
            <pc:docMk/>
            <pc:sldMk cId="4198538673" sldId="2134804322"/>
            <ac:spMk id="4" creationId="{80C595FD-122D-4393-84EC-0336344A9B67}"/>
          </ac:spMkLst>
        </pc:spChg>
        <pc:spChg chg="add del mod">
          <ac:chgData name="Ivan Dario Carrillo Duran" userId="89b4fac2-a189-465c-b8f9-790f81eafcbb" providerId="ADAL" clId="{A65C37A8-56E8-42E3-9A5A-1B2CB0845E0A}" dt="2021-09-30T22:44:14.102" v="2476" actId="478"/>
          <ac:spMkLst>
            <pc:docMk/>
            <pc:sldMk cId="4198538673" sldId="2134804322"/>
            <ac:spMk id="6" creationId="{4D8A2761-131A-486E-83C2-15AD36DF4A41}"/>
          </ac:spMkLst>
        </pc:spChg>
        <pc:spChg chg="add mod">
          <ac:chgData name="Ivan Dario Carrillo Duran" userId="89b4fac2-a189-465c-b8f9-790f81eafcbb" providerId="ADAL" clId="{A65C37A8-56E8-42E3-9A5A-1B2CB0845E0A}" dt="2021-09-30T22:55:22.012" v="3787" actId="1076"/>
          <ac:spMkLst>
            <pc:docMk/>
            <pc:sldMk cId="4198538673" sldId="2134804322"/>
            <ac:spMk id="8" creationId="{611A284B-7AF2-4E60-980F-0E58C4888FE6}"/>
          </ac:spMkLst>
        </pc:spChg>
        <pc:spChg chg="add del mod">
          <ac:chgData name="Ivan Dario Carrillo Duran" userId="89b4fac2-a189-465c-b8f9-790f81eafcbb" providerId="ADAL" clId="{A65C37A8-56E8-42E3-9A5A-1B2CB0845E0A}" dt="2021-09-30T22:49:38.023" v="3288" actId="22"/>
          <ac:spMkLst>
            <pc:docMk/>
            <pc:sldMk cId="4198538673" sldId="2134804322"/>
            <ac:spMk id="10" creationId="{DC0B0418-0362-4C06-AE76-1CF22DA25077}"/>
          </ac:spMkLst>
        </pc:spChg>
        <pc:spChg chg="add mod">
          <ac:chgData name="Ivan Dario Carrillo Duran" userId="89b4fac2-a189-465c-b8f9-790f81eafcbb" providerId="ADAL" clId="{A65C37A8-56E8-42E3-9A5A-1B2CB0845E0A}" dt="2021-09-30T22:56:00.374" v="3815" actId="1076"/>
          <ac:spMkLst>
            <pc:docMk/>
            <pc:sldMk cId="4198538673" sldId="2134804322"/>
            <ac:spMk id="12" creationId="{17A783D9-0C33-41E1-8FF8-9A6A06E072B0}"/>
          </ac:spMkLst>
        </pc:spChg>
        <pc:spChg chg="add mod">
          <ac:chgData name="Ivan Dario Carrillo Duran" userId="89b4fac2-a189-465c-b8f9-790f81eafcbb" providerId="ADAL" clId="{A65C37A8-56E8-42E3-9A5A-1B2CB0845E0A}" dt="2021-09-30T22:58:51.997" v="3864" actId="123"/>
          <ac:spMkLst>
            <pc:docMk/>
            <pc:sldMk cId="4198538673" sldId="2134804322"/>
            <ac:spMk id="13" creationId="{A3A76794-A02A-4886-8E1D-A4C9E65C98CC}"/>
          </ac:spMkLst>
        </pc:spChg>
        <pc:picChg chg="add del mod">
          <ac:chgData name="Ivan Dario Carrillo Duran" userId="89b4fac2-a189-465c-b8f9-790f81eafcbb" providerId="ADAL" clId="{A65C37A8-56E8-42E3-9A5A-1B2CB0845E0A}" dt="2021-09-30T21:47:00.837" v="123" actId="478"/>
          <ac:picMkLst>
            <pc:docMk/>
            <pc:sldMk cId="4198538673" sldId="2134804322"/>
            <ac:picMk id="3" creationId="{C0FA4DC0-6371-418B-A99A-C419BB32EFA5}"/>
          </ac:picMkLst>
        </pc:picChg>
        <pc:picChg chg="add mod">
          <ac:chgData name="Ivan Dario Carrillo Duran" userId="89b4fac2-a189-465c-b8f9-790f81eafcbb" providerId="ADAL" clId="{A65C37A8-56E8-42E3-9A5A-1B2CB0845E0A}" dt="2021-09-30T22:58:18.140" v="3863" actId="1035"/>
          <ac:picMkLst>
            <pc:docMk/>
            <pc:sldMk cId="4198538673" sldId="2134804322"/>
            <ac:picMk id="17" creationId="{330E5482-DCCD-42FA-9894-2DA07D2D60A0}"/>
          </ac:picMkLst>
        </pc:picChg>
        <pc:cxnChg chg="add mod">
          <ac:chgData name="Ivan Dario Carrillo Duran" userId="89b4fac2-a189-465c-b8f9-790f81eafcbb" providerId="ADAL" clId="{A65C37A8-56E8-42E3-9A5A-1B2CB0845E0A}" dt="2021-09-30T22:54:00.080" v="3773" actId="208"/>
          <ac:cxnSpMkLst>
            <pc:docMk/>
            <pc:sldMk cId="4198538673" sldId="2134804322"/>
            <ac:cxnSpMk id="15" creationId="{9461AD22-0E2A-48F6-A3D9-280471D42567}"/>
          </ac:cxnSpMkLst>
        </pc:cxnChg>
      </pc:sldChg>
      <pc:sldChg chg="new del">
        <pc:chgData name="Ivan Dario Carrillo Duran" userId="89b4fac2-a189-465c-b8f9-790f81eafcbb" providerId="ADAL" clId="{A65C37A8-56E8-42E3-9A5A-1B2CB0845E0A}" dt="2021-09-30T21:51:09.151" v="234" actId="47"/>
        <pc:sldMkLst>
          <pc:docMk/>
          <pc:sldMk cId="1450009136" sldId="2134804323"/>
        </pc:sldMkLst>
      </pc:sldChg>
      <pc:sldChg chg="new del">
        <pc:chgData name="Ivan Dario Carrillo Duran" userId="89b4fac2-a189-465c-b8f9-790f81eafcbb" providerId="ADAL" clId="{A65C37A8-56E8-42E3-9A5A-1B2CB0845E0A}" dt="2021-09-30T21:41:21.884" v="26" actId="680"/>
        <pc:sldMkLst>
          <pc:docMk/>
          <pc:sldMk cId="1704376698" sldId="2134804323"/>
        </pc:sldMkLst>
      </pc:sldChg>
      <pc:sldChg chg="addSp delSp modSp new del mod">
        <pc:chgData name="Ivan Dario Carrillo Duran" userId="89b4fac2-a189-465c-b8f9-790f81eafcbb" providerId="ADAL" clId="{A65C37A8-56E8-42E3-9A5A-1B2CB0845E0A}" dt="2021-09-30T22:01:11.193" v="454" actId="47"/>
        <pc:sldMkLst>
          <pc:docMk/>
          <pc:sldMk cId="261806982" sldId="2134804324"/>
        </pc:sldMkLst>
        <pc:spChg chg="add mod">
          <ac:chgData name="Ivan Dario Carrillo Duran" userId="89b4fac2-a189-465c-b8f9-790f81eafcbb" providerId="ADAL" clId="{A65C37A8-56E8-42E3-9A5A-1B2CB0845E0A}" dt="2021-09-30T21:46:47.976" v="122" actId="1076"/>
          <ac:spMkLst>
            <pc:docMk/>
            <pc:sldMk cId="261806982" sldId="2134804324"/>
            <ac:spMk id="5" creationId="{D2CE6565-4539-4AE7-AA2E-C1FFF89B37F9}"/>
          </ac:spMkLst>
        </pc:spChg>
        <pc:picChg chg="add del mod">
          <ac:chgData name="Ivan Dario Carrillo Duran" userId="89b4fac2-a189-465c-b8f9-790f81eafcbb" providerId="ADAL" clId="{A65C37A8-56E8-42E3-9A5A-1B2CB0845E0A}" dt="2021-09-30T21:45:00.885" v="71" actId="478"/>
          <ac:picMkLst>
            <pc:docMk/>
            <pc:sldMk cId="261806982" sldId="2134804324"/>
            <ac:picMk id="2" creationId="{02A59C34-7248-49D8-897A-2EE1BE24A2F7}"/>
          </ac:picMkLst>
        </pc:picChg>
        <pc:picChg chg="add del mod">
          <ac:chgData name="Ivan Dario Carrillo Duran" userId="89b4fac2-a189-465c-b8f9-790f81eafcbb" providerId="ADAL" clId="{A65C37A8-56E8-42E3-9A5A-1B2CB0845E0A}" dt="2021-09-30T21:45:10.269" v="74" actId="478"/>
          <ac:picMkLst>
            <pc:docMk/>
            <pc:sldMk cId="261806982" sldId="2134804324"/>
            <ac:picMk id="3" creationId="{9F7A7C07-5881-4C18-98C1-8D10C98A56AF}"/>
          </ac:picMkLst>
        </pc:picChg>
        <pc:picChg chg="add del mod">
          <ac:chgData name="Ivan Dario Carrillo Duran" userId="89b4fac2-a189-465c-b8f9-790f81eafcbb" providerId="ADAL" clId="{A65C37A8-56E8-42E3-9A5A-1B2CB0845E0A}" dt="2021-09-30T21:46:42.025" v="120" actId="478"/>
          <ac:picMkLst>
            <pc:docMk/>
            <pc:sldMk cId="261806982" sldId="2134804324"/>
            <ac:picMk id="4" creationId="{760FB4B5-BC82-457A-874B-046E31F0BC6A}"/>
          </ac:picMkLst>
        </pc:picChg>
      </pc:sldChg>
      <pc:sldChg chg="addSp modSp new del mod">
        <pc:chgData name="Ivan Dario Carrillo Duran" userId="89b4fac2-a189-465c-b8f9-790f81eafcbb" providerId="ADAL" clId="{A65C37A8-56E8-42E3-9A5A-1B2CB0845E0A}" dt="2021-09-30T22:12:19.604" v="1084" actId="47"/>
        <pc:sldMkLst>
          <pc:docMk/>
          <pc:sldMk cId="2233301815" sldId="2134804325"/>
        </pc:sldMkLst>
        <pc:spChg chg="add mod">
          <ac:chgData name="Ivan Dario Carrillo Duran" userId="89b4fac2-a189-465c-b8f9-790f81eafcbb" providerId="ADAL" clId="{A65C37A8-56E8-42E3-9A5A-1B2CB0845E0A}" dt="2021-09-30T21:47:32.380" v="137" actId="1076"/>
          <ac:spMkLst>
            <pc:docMk/>
            <pc:sldMk cId="2233301815" sldId="2134804325"/>
            <ac:spMk id="2" creationId="{F462695C-46E2-4202-A40E-8ED1BBD71F2D}"/>
          </ac:spMkLst>
        </pc:spChg>
      </pc:sldChg>
      <pc:sldChg chg="addSp delSp modSp new mod">
        <pc:chgData name="Ivan Dario Carrillo Duran" userId="89b4fac2-a189-465c-b8f9-790f81eafcbb" providerId="ADAL" clId="{A65C37A8-56E8-42E3-9A5A-1B2CB0845E0A}" dt="2021-09-30T23:44:58.261" v="5715" actId="20577"/>
        <pc:sldMkLst>
          <pc:docMk/>
          <pc:sldMk cId="1807070379" sldId="2134804326"/>
        </pc:sldMkLst>
        <pc:spChg chg="add mod">
          <ac:chgData name="Ivan Dario Carrillo Duran" userId="89b4fac2-a189-465c-b8f9-790f81eafcbb" providerId="ADAL" clId="{A65C37A8-56E8-42E3-9A5A-1B2CB0845E0A}" dt="2021-09-30T21:49:39.062" v="206" actId="20577"/>
          <ac:spMkLst>
            <pc:docMk/>
            <pc:sldMk cId="1807070379" sldId="2134804326"/>
            <ac:spMk id="2" creationId="{73CFF246-5F4A-494F-8031-AE5ECF522D01}"/>
          </ac:spMkLst>
        </pc:spChg>
        <pc:spChg chg="add mod">
          <ac:chgData name="Ivan Dario Carrillo Duran" userId="89b4fac2-a189-465c-b8f9-790f81eafcbb" providerId="ADAL" clId="{A65C37A8-56E8-42E3-9A5A-1B2CB0845E0A}" dt="2021-09-30T23:43:31.197" v="5711" actId="20577"/>
          <ac:spMkLst>
            <pc:docMk/>
            <pc:sldMk cId="1807070379" sldId="2134804326"/>
            <ac:spMk id="3" creationId="{38ACE7EE-3BC6-4A04-9670-5D5E2A94FA1C}"/>
          </ac:spMkLst>
        </pc:spChg>
        <pc:spChg chg="add mod">
          <ac:chgData name="Ivan Dario Carrillo Duran" userId="89b4fac2-a189-465c-b8f9-790f81eafcbb" providerId="ADAL" clId="{A65C37A8-56E8-42E3-9A5A-1B2CB0845E0A}" dt="2021-09-30T23:44:58.261" v="5715" actId="20577"/>
          <ac:spMkLst>
            <pc:docMk/>
            <pc:sldMk cId="1807070379" sldId="2134804326"/>
            <ac:spMk id="4" creationId="{418D687B-AFD9-4C2A-9E78-D744DDBB02E7}"/>
          </ac:spMkLst>
        </pc:spChg>
        <pc:spChg chg="add del mod">
          <ac:chgData name="Ivan Dario Carrillo Duran" userId="89b4fac2-a189-465c-b8f9-790f81eafcbb" providerId="ADAL" clId="{A65C37A8-56E8-42E3-9A5A-1B2CB0845E0A}" dt="2021-09-30T22:34:51.044" v="1742"/>
          <ac:spMkLst>
            <pc:docMk/>
            <pc:sldMk cId="1807070379" sldId="2134804326"/>
            <ac:spMk id="5" creationId="{1D2EC37F-1464-42F7-BD42-EFEBA4E80586}"/>
          </ac:spMkLst>
        </pc:spChg>
        <pc:spChg chg="add del mod">
          <ac:chgData name="Ivan Dario Carrillo Duran" userId="89b4fac2-a189-465c-b8f9-790f81eafcbb" providerId="ADAL" clId="{A65C37A8-56E8-42E3-9A5A-1B2CB0845E0A}" dt="2021-09-30T22:37:13.138" v="1745" actId="478"/>
          <ac:spMkLst>
            <pc:docMk/>
            <pc:sldMk cId="1807070379" sldId="2134804326"/>
            <ac:spMk id="7" creationId="{2A2E7237-9950-44D7-8C52-105C6574A8A1}"/>
          </ac:spMkLst>
        </pc:spChg>
        <pc:spChg chg="add del mod">
          <ac:chgData name="Ivan Dario Carrillo Duran" userId="89b4fac2-a189-465c-b8f9-790f81eafcbb" providerId="ADAL" clId="{A65C37A8-56E8-42E3-9A5A-1B2CB0845E0A}" dt="2021-09-30T22:37:13.138" v="1745" actId="478"/>
          <ac:spMkLst>
            <pc:docMk/>
            <pc:sldMk cId="1807070379" sldId="2134804326"/>
            <ac:spMk id="8" creationId="{5850536D-F38A-4ABF-A71B-3DA3448BD702}"/>
          </ac:spMkLst>
        </pc:spChg>
        <pc:spChg chg="add mod">
          <ac:chgData name="Ivan Dario Carrillo Duran" userId="89b4fac2-a189-465c-b8f9-790f81eafcbb" providerId="ADAL" clId="{A65C37A8-56E8-42E3-9A5A-1B2CB0845E0A}" dt="2021-09-30T23:13:49.602" v="5054" actId="1038"/>
          <ac:spMkLst>
            <pc:docMk/>
            <pc:sldMk cId="1807070379" sldId="2134804326"/>
            <ac:spMk id="15" creationId="{9E038F04-F77C-4588-8D4E-E63B316A98CC}"/>
          </ac:spMkLst>
        </pc:spChg>
        <pc:picChg chg="add del mod">
          <ac:chgData name="Ivan Dario Carrillo Duran" userId="89b4fac2-a189-465c-b8f9-790f81eafcbb" providerId="ADAL" clId="{A65C37A8-56E8-42E3-9A5A-1B2CB0845E0A}" dt="2021-09-30T22:34:51.044" v="1742"/>
          <ac:picMkLst>
            <pc:docMk/>
            <pc:sldMk cId="1807070379" sldId="2134804326"/>
            <ac:picMk id="6" creationId="{A384696F-F393-46E1-9CDC-66343FA1602E}"/>
          </ac:picMkLst>
        </pc:picChg>
        <pc:picChg chg="add del mod">
          <ac:chgData name="Ivan Dario Carrillo Duran" userId="89b4fac2-a189-465c-b8f9-790f81eafcbb" providerId="ADAL" clId="{A65C37A8-56E8-42E3-9A5A-1B2CB0845E0A}" dt="2021-09-30T22:37:13.138" v="1745" actId="478"/>
          <ac:picMkLst>
            <pc:docMk/>
            <pc:sldMk cId="1807070379" sldId="2134804326"/>
            <ac:picMk id="9" creationId="{A390D562-CC78-4F3C-8529-4F37D9C46B17}"/>
          </ac:picMkLst>
        </pc:picChg>
        <pc:picChg chg="add mod">
          <ac:chgData name="Ivan Dario Carrillo Duran" userId="89b4fac2-a189-465c-b8f9-790f81eafcbb" providerId="ADAL" clId="{A65C37A8-56E8-42E3-9A5A-1B2CB0845E0A}" dt="2021-09-30T23:10:52.749" v="4988" actId="14100"/>
          <ac:picMkLst>
            <pc:docMk/>
            <pc:sldMk cId="1807070379" sldId="2134804326"/>
            <ac:picMk id="11" creationId="{811D0CA8-66C8-4413-ACB7-890A6A433799}"/>
          </ac:picMkLst>
        </pc:picChg>
        <pc:cxnChg chg="add mod">
          <ac:chgData name="Ivan Dario Carrillo Duran" userId="89b4fac2-a189-465c-b8f9-790f81eafcbb" providerId="ADAL" clId="{A65C37A8-56E8-42E3-9A5A-1B2CB0845E0A}" dt="2021-09-30T23:11:04.180" v="4991" actId="14100"/>
          <ac:cxnSpMkLst>
            <pc:docMk/>
            <pc:sldMk cId="1807070379" sldId="2134804326"/>
            <ac:cxnSpMk id="12" creationId="{79ADAB41-AFEA-4430-AA5C-EB49B14AB494}"/>
          </ac:cxnSpMkLst>
        </pc:cxnChg>
      </pc:sldChg>
      <pc:sldChg chg="modSp add del mod ord">
        <pc:chgData name="Ivan Dario Carrillo Duran" userId="89b4fac2-a189-465c-b8f9-790f81eafcbb" providerId="ADAL" clId="{A65C37A8-56E8-42E3-9A5A-1B2CB0845E0A}" dt="2021-09-30T22:59:40.923" v="3917" actId="47"/>
        <pc:sldMkLst>
          <pc:docMk/>
          <pc:sldMk cId="1910062351" sldId="2134804327"/>
        </pc:sldMkLst>
        <pc:spChg chg="mod">
          <ac:chgData name="Ivan Dario Carrillo Duran" userId="89b4fac2-a189-465c-b8f9-790f81eafcbb" providerId="ADAL" clId="{A65C37A8-56E8-42E3-9A5A-1B2CB0845E0A}" dt="2021-09-30T21:52:08.836" v="263" actId="20577"/>
          <ac:spMkLst>
            <pc:docMk/>
            <pc:sldMk cId="1910062351" sldId="2134804327"/>
            <ac:spMk id="5" creationId="{D2CE6565-4539-4AE7-AA2E-C1FFF89B37F9}"/>
          </ac:spMkLst>
        </pc:spChg>
      </pc:sldChg>
      <pc:sldChg chg="del">
        <pc:chgData name="Ivan Dario Carrillo Duran" userId="89b4fac2-a189-465c-b8f9-790f81eafcbb" providerId="ADAL" clId="{A65C37A8-56E8-42E3-9A5A-1B2CB0845E0A}" dt="2021-09-30T21:37:58.705" v="1" actId="47"/>
        <pc:sldMkLst>
          <pc:docMk/>
          <pc:sldMk cId="1329665126" sldId="2134804342"/>
        </pc:sldMkLst>
      </pc:sldChg>
      <pc:sldChg chg="del">
        <pc:chgData name="Ivan Dario Carrillo Duran" userId="89b4fac2-a189-465c-b8f9-790f81eafcbb" providerId="ADAL" clId="{A65C37A8-56E8-42E3-9A5A-1B2CB0845E0A}" dt="2021-09-30T21:37:58.430" v="0" actId="47"/>
        <pc:sldMkLst>
          <pc:docMk/>
          <pc:sldMk cId="771116256" sldId="2134804348"/>
        </pc:sldMkLst>
      </pc:sldChg>
      <pc:sldChg chg="del">
        <pc:chgData name="Ivan Dario Carrillo Duran" userId="89b4fac2-a189-465c-b8f9-790f81eafcbb" providerId="ADAL" clId="{A65C37A8-56E8-42E3-9A5A-1B2CB0845E0A}" dt="2021-09-30T21:37:59.095" v="2" actId="47"/>
        <pc:sldMkLst>
          <pc:docMk/>
          <pc:sldMk cId="43446386" sldId="2134804350"/>
        </pc:sldMkLst>
      </pc:sldChg>
    </pc:docChg>
  </pc:docChgLst>
  <pc:docChgLst>
    <pc:chgData name="Ivan Dario Carrillo Duran" userId="89b4fac2-a189-465c-b8f9-790f81eafcbb" providerId="ADAL" clId="{8B866B1F-D48F-4527-82D4-1A9ED72CFD14}"/>
    <pc:docChg chg="custSel delSld modSld">
      <pc:chgData name="Ivan Dario Carrillo Duran" userId="89b4fac2-a189-465c-b8f9-790f81eafcbb" providerId="ADAL" clId="{8B866B1F-D48F-4527-82D4-1A9ED72CFD14}" dt="2021-09-15T17:03:24.106" v="67" actId="1076"/>
      <pc:docMkLst>
        <pc:docMk/>
      </pc:docMkLst>
      <pc:sldChg chg="delSp modSp mod">
        <pc:chgData name="Ivan Dario Carrillo Duran" userId="89b4fac2-a189-465c-b8f9-790f81eafcbb" providerId="ADAL" clId="{8B866B1F-D48F-4527-82D4-1A9ED72CFD14}" dt="2021-09-15T17:03:24.106" v="67" actId="1076"/>
        <pc:sldMkLst>
          <pc:docMk/>
          <pc:sldMk cId="1329665126" sldId="2134804342"/>
        </pc:sldMkLst>
        <pc:spChg chg="del">
          <ac:chgData name="Ivan Dario Carrillo Duran" userId="89b4fac2-a189-465c-b8f9-790f81eafcbb" providerId="ADAL" clId="{8B866B1F-D48F-4527-82D4-1A9ED72CFD14}" dt="2021-09-15T17:03:12.771" v="31" actId="478"/>
          <ac:spMkLst>
            <pc:docMk/>
            <pc:sldMk cId="1329665126" sldId="2134804342"/>
            <ac:spMk id="3" creationId="{6D3EACBD-8F81-4515-A265-BF7B16EF8FDA}"/>
          </ac:spMkLst>
        </pc:spChg>
        <pc:spChg chg="mod">
          <ac:chgData name="Ivan Dario Carrillo Duran" userId="89b4fac2-a189-465c-b8f9-790f81eafcbb" providerId="ADAL" clId="{8B866B1F-D48F-4527-82D4-1A9ED72CFD14}" dt="2021-09-15T17:03:24.106" v="67" actId="1076"/>
          <ac:spMkLst>
            <pc:docMk/>
            <pc:sldMk cId="1329665126" sldId="2134804342"/>
            <ac:spMk id="40" creationId="{EE995D0A-EF9E-491A-B5F0-A29FEB6F458D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63" creationId="{BE5508B6-2A69-45FE-BA67-9088D84CB501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64" creationId="{68CCFA13-2FD0-47E4-B9E1-BFA25C15CDDF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65" creationId="{48A4FC75-7F34-4DE9-991B-EFF5178E3874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66" creationId="{428C7F84-57DC-4EBA-87FC-EB82C7847759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67" creationId="{9F7E3789-709C-41C1-8701-16EC4016FE60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68" creationId="{01731692-9139-4FDF-9305-079FD469823B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69" creationId="{A3309C9A-7CA3-42A0-ADB1-4F313581428E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70" creationId="{35ECB1CB-58B3-42A9-805F-A3F3A0BDC8C4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71" creationId="{22168E8E-02B8-4F46-9B88-2BA67DF028A3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72" creationId="{7F741906-FC49-40AB-890B-04FA0409E527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73" creationId="{37447FB7-B6F8-41B8-AAEC-F80F5FBC6E13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74" creationId="{065B7BAC-6CB2-436D-AEBC-863880F936EB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79" creationId="{CA3FBA42-3E17-4001-BAC7-44959B2B4BCE}"/>
          </ac:spMkLst>
        </pc:spChg>
        <pc:spChg chg="del">
          <ac:chgData name="Ivan Dario Carrillo Duran" userId="89b4fac2-a189-465c-b8f9-790f81eafcbb" providerId="ADAL" clId="{8B866B1F-D48F-4527-82D4-1A9ED72CFD14}" dt="2021-09-15T17:02:48.154" v="24" actId="478"/>
          <ac:spMkLst>
            <pc:docMk/>
            <pc:sldMk cId="1329665126" sldId="2134804342"/>
            <ac:spMk id="81" creationId="{2DF49A3F-59EC-4DC8-9AB5-0CA85EE2D2C3}"/>
          </ac:spMkLst>
        </pc:spChg>
        <pc:spChg chg="mod">
          <ac:chgData name="Ivan Dario Carrillo Duran" userId="89b4fac2-a189-465c-b8f9-790f81eafcbb" providerId="ADAL" clId="{8B866B1F-D48F-4527-82D4-1A9ED72CFD14}" dt="2021-09-15T17:03:21.210" v="66" actId="1036"/>
          <ac:spMkLst>
            <pc:docMk/>
            <pc:sldMk cId="1329665126" sldId="2134804342"/>
            <ac:spMk id="85" creationId="{907FEA56-F4BF-4912-B8C4-ADA1720D212A}"/>
          </ac:spMkLst>
        </pc:spChg>
        <pc:grpChg chg="del">
          <ac:chgData name="Ivan Dario Carrillo Duran" userId="89b4fac2-a189-465c-b8f9-790f81eafcbb" providerId="ADAL" clId="{8B866B1F-D48F-4527-82D4-1A9ED72CFD14}" dt="2021-09-15T17:03:10.418" v="27" actId="478"/>
          <ac:grpSpMkLst>
            <pc:docMk/>
            <pc:sldMk cId="1329665126" sldId="2134804342"/>
            <ac:grpSpMk id="33" creationId="{01629516-2C2C-4AB1-A5FA-333F9D33A908}"/>
          </ac:grpSpMkLst>
        </pc:grpChg>
        <pc:grpChg chg="del">
          <ac:chgData name="Ivan Dario Carrillo Duran" userId="89b4fac2-a189-465c-b8f9-790f81eafcbb" providerId="ADAL" clId="{8B866B1F-D48F-4527-82D4-1A9ED72CFD14}" dt="2021-09-15T17:03:10.963" v="28" actId="478"/>
          <ac:grpSpMkLst>
            <pc:docMk/>
            <pc:sldMk cId="1329665126" sldId="2134804342"/>
            <ac:grpSpMk id="75" creationId="{F60EC3A3-BCDE-4450-AFBB-2C98D22C81E9}"/>
          </ac:grpSpMkLst>
        </pc:grpChg>
        <pc:cxnChg chg="mod">
          <ac:chgData name="Ivan Dario Carrillo Duran" userId="89b4fac2-a189-465c-b8f9-790f81eafcbb" providerId="ADAL" clId="{8B866B1F-D48F-4527-82D4-1A9ED72CFD14}" dt="2021-09-15T17:03:21.210" v="66" actId="1036"/>
          <ac:cxnSpMkLst>
            <pc:docMk/>
            <pc:sldMk cId="1329665126" sldId="2134804342"/>
            <ac:cxnSpMk id="6" creationId="{461230D1-B973-4073-8C71-E6751041B196}"/>
          </ac:cxnSpMkLst>
        </pc:cxnChg>
        <pc:cxnChg chg="del mod">
          <ac:chgData name="Ivan Dario Carrillo Duran" userId="89b4fac2-a189-465c-b8f9-790f81eafcbb" providerId="ADAL" clId="{8B866B1F-D48F-4527-82D4-1A9ED72CFD14}" dt="2021-09-15T17:03:11.588" v="29" actId="478"/>
          <ac:cxnSpMkLst>
            <pc:docMk/>
            <pc:sldMk cId="1329665126" sldId="2134804342"/>
            <ac:cxnSpMk id="36" creationId="{50CA920F-1FD0-4724-A32B-5D45078AAB91}"/>
          </ac:cxnSpMkLst>
        </pc:cxnChg>
        <pc:cxnChg chg="del mod">
          <ac:chgData name="Ivan Dario Carrillo Duran" userId="89b4fac2-a189-465c-b8f9-790f81eafcbb" providerId="ADAL" clId="{8B866B1F-D48F-4527-82D4-1A9ED72CFD14}" dt="2021-09-15T17:03:12.387" v="30" actId="478"/>
          <ac:cxnSpMkLst>
            <pc:docMk/>
            <pc:sldMk cId="1329665126" sldId="2134804342"/>
            <ac:cxnSpMk id="37" creationId="{A07F6934-4505-4E88-9FEF-54ED2D4A1C84}"/>
          </ac:cxnSpMkLst>
        </pc:cxnChg>
        <pc:cxnChg chg="mod">
          <ac:chgData name="Ivan Dario Carrillo Duran" userId="89b4fac2-a189-465c-b8f9-790f81eafcbb" providerId="ADAL" clId="{8B866B1F-D48F-4527-82D4-1A9ED72CFD14}" dt="2021-09-15T17:03:21.210" v="66" actId="1036"/>
          <ac:cxnSpMkLst>
            <pc:docMk/>
            <pc:sldMk cId="1329665126" sldId="2134804342"/>
            <ac:cxnSpMk id="60" creationId="{EB934520-C6EE-478B-9354-8403E4413C74}"/>
          </ac:cxnSpMkLst>
        </pc:cxnChg>
        <pc:cxnChg chg="mod">
          <ac:chgData name="Ivan Dario Carrillo Duran" userId="89b4fac2-a189-465c-b8f9-790f81eafcbb" providerId="ADAL" clId="{8B866B1F-D48F-4527-82D4-1A9ED72CFD14}" dt="2021-09-15T17:03:21.210" v="66" actId="1036"/>
          <ac:cxnSpMkLst>
            <pc:docMk/>
            <pc:sldMk cId="1329665126" sldId="2134804342"/>
            <ac:cxnSpMk id="61" creationId="{4198E4F5-D12B-4832-B322-5E501B06F4CD}"/>
          </ac:cxnSpMkLst>
        </pc:cxnChg>
        <pc:cxnChg chg="mod">
          <ac:chgData name="Ivan Dario Carrillo Duran" userId="89b4fac2-a189-465c-b8f9-790f81eafcbb" providerId="ADAL" clId="{8B866B1F-D48F-4527-82D4-1A9ED72CFD14}" dt="2021-09-15T17:03:21.210" v="66" actId="1036"/>
          <ac:cxnSpMkLst>
            <pc:docMk/>
            <pc:sldMk cId="1329665126" sldId="2134804342"/>
            <ac:cxnSpMk id="62" creationId="{61AE63BF-81E8-4CD5-98EF-D86FD1B61D96}"/>
          </ac:cxnSpMkLst>
        </pc:cxnChg>
        <pc:cxnChg chg="mod">
          <ac:chgData name="Ivan Dario Carrillo Duran" userId="89b4fac2-a189-465c-b8f9-790f81eafcbb" providerId="ADAL" clId="{8B866B1F-D48F-4527-82D4-1A9ED72CFD14}" dt="2021-09-15T17:03:21.210" v="66" actId="1036"/>
          <ac:cxnSpMkLst>
            <pc:docMk/>
            <pc:sldMk cId="1329665126" sldId="2134804342"/>
            <ac:cxnSpMk id="78" creationId="{D0B5C133-2DA6-4B05-ADA1-BDB474F1B38E}"/>
          </ac:cxnSpMkLst>
        </pc:cxnChg>
        <pc:cxnChg chg="mod">
          <ac:chgData name="Ivan Dario Carrillo Duran" userId="89b4fac2-a189-465c-b8f9-790f81eafcbb" providerId="ADAL" clId="{8B866B1F-D48F-4527-82D4-1A9ED72CFD14}" dt="2021-09-15T17:03:21.210" v="66" actId="1036"/>
          <ac:cxnSpMkLst>
            <pc:docMk/>
            <pc:sldMk cId="1329665126" sldId="2134804342"/>
            <ac:cxnSpMk id="80" creationId="{C6E31E89-1CCE-4482-99D7-042A1F710E28}"/>
          </ac:cxnSpMkLst>
        </pc:cxnChg>
        <pc:cxnChg chg="del mod">
          <ac:chgData name="Ivan Dario Carrillo Duran" userId="89b4fac2-a189-465c-b8f9-790f81eafcbb" providerId="ADAL" clId="{8B866B1F-D48F-4527-82D4-1A9ED72CFD14}" dt="2021-09-15T17:02:49.111" v="25" actId="478"/>
          <ac:cxnSpMkLst>
            <pc:docMk/>
            <pc:sldMk cId="1329665126" sldId="2134804342"/>
            <ac:cxnSpMk id="82" creationId="{C7E19488-FF7D-430B-8097-BBF695496E9C}"/>
          </ac:cxnSpMkLst>
        </pc:cxnChg>
        <pc:cxnChg chg="mod">
          <ac:chgData name="Ivan Dario Carrillo Duran" userId="89b4fac2-a189-465c-b8f9-790f81eafcbb" providerId="ADAL" clId="{8B866B1F-D48F-4527-82D4-1A9ED72CFD14}" dt="2021-09-15T17:03:21.210" v="66" actId="1036"/>
          <ac:cxnSpMkLst>
            <pc:docMk/>
            <pc:sldMk cId="1329665126" sldId="2134804342"/>
            <ac:cxnSpMk id="84" creationId="{B0E58C09-2C96-4E91-844C-38DFAAC546A5}"/>
          </ac:cxnSpMkLst>
        </pc:cxnChg>
        <pc:cxnChg chg="del mod">
          <ac:chgData name="Ivan Dario Carrillo Duran" userId="89b4fac2-a189-465c-b8f9-790f81eafcbb" providerId="ADAL" clId="{8B866B1F-D48F-4527-82D4-1A9ED72CFD14}" dt="2021-09-15T17:03:13.866" v="32" actId="478"/>
          <ac:cxnSpMkLst>
            <pc:docMk/>
            <pc:sldMk cId="1329665126" sldId="2134804342"/>
            <ac:cxnSpMk id="86" creationId="{1B7CC0B6-20C7-420A-A85B-E948D1E6FD91}"/>
          </ac:cxnSpMkLst>
        </pc:cxnChg>
      </pc:sldChg>
      <pc:sldChg chg="modSp mod modNotesTx">
        <pc:chgData name="Ivan Dario Carrillo Duran" userId="89b4fac2-a189-465c-b8f9-790f81eafcbb" providerId="ADAL" clId="{8B866B1F-D48F-4527-82D4-1A9ED72CFD14}" dt="2021-09-15T16:15:54.070" v="4" actId="6549"/>
        <pc:sldMkLst>
          <pc:docMk/>
          <pc:sldMk cId="771116256" sldId="2134804348"/>
        </pc:sldMkLst>
        <pc:spChg chg="mod">
          <ac:chgData name="Ivan Dario Carrillo Duran" userId="89b4fac2-a189-465c-b8f9-790f81eafcbb" providerId="ADAL" clId="{8B866B1F-D48F-4527-82D4-1A9ED72CFD14}" dt="2021-09-15T16:15:48.083" v="3" actId="13926"/>
          <ac:spMkLst>
            <pc:docMk/>
            <pc:sldMk cId="771116256" sldId="2134804348"/>
            <ac:spMk id="89" creationId="{0DCE1248-0A00-EA44-AC96-B5B04437F0B7}"/>
          </ac:spMkLst>
        </pc:spChg>
      </pc:sldChg>
      <pc:sldChg chg="modSp mod">
        <pc:chgData name="Ivan Dario Carrillo Duran" userId="89b4fac2-a189-465c-b8f9-790f81eafcbb" providerId="ADAL" clId="{8B866B1F-D48F-4527-82D4-1A9ED72CFD14}" dt="2021-09-15T16:15:32.226" v="2" actId="1076"/>
        <pc:sldMkLst>
          <pc:docMk/>
          <pc:sldMk cId="43446386" sldId="2134804350"/>
        </pc:sldMkLst>
        <pc:spChg chg="mod">
          <ac:chgData name="Ivan Dario Carrillo Duran" userId="89b4fac2-a189-465c-b8f9-790f81eafcbb" providerId="ADAL" clId="{8B866B1F-D48F-4527-82D4-1A9ED72CFD14}" dt="2021-09-15T16:15:32.226" v="2" actId="1076"/>
          <ac:spMkLst>
            <pc:docMk/>
            <pc:sldMk cId="43446386" sldId="2134804350"/>
            <ac:spMk id="45" creationId="{AE609B67-2524-8245-B0F8-6DAD3134214D}"/>
          </ac:spMkLst>
        </pc:spChg>
        <pc:spChg chg="mod">
          <ac:chgData name="Ivan Dario Carrillo Duran" userId="89b4fac2-a189-465c-b8f9-790f81eafcbb" providerId="ADAL" clId="{8B866B1F-D48F-4527-82D4-1A9ED72CFD14}" dt="2021-09-15T16:15:28.275" v="1" actId="1076"/>
          <ac:spMkLst>
            <pc:docMk/>
            <pc:sldMk cId="43446386" sldId="2134804350"/>
            <ac:spMk id="50" creationId="{D19D8B51-74F9-2545-BD46-BBE35EDA68C1}"/>
          </ac:spMkLst>
        </pc:spChg>
      </pc:sldChg>
      <pc:sldChg chg="del">
        <pc:chgData name="Ivan Dario Carrillo Duran" userId="89b4fac2-a189-465c-b8f9-790f81eafcbb" providerId="ADAL" clId="{8B866B1F-D48F-4527-82D4-1A9ED72CFD14}" dt="2021-09-15T16:15:22.335" v="0" actId="47"/>
        <pc:sldMkLst>
          <pc:docMk/>
          <pc:sldMk cId="1672565087" sldId="2134804351"/>
        </pc:sldMkLst>
      </pc:sldChg>
    </pc:docChg>
  </pc:docChgLst>
  <pc:docChgLst>
    <pc:chgData name="Ivan Dario Carrillo Duran" userId="89b4fac2-a189-465c-b8f9-790f81eafcbb" providerId="ADAL" clId="{258D87AC-0E1E-4530-94F2-496B6C9ADCE0}"/>
    <pc:docChg chg="undo custSel addSld delSld modSld">
      <pc:chgData name="Ivan Dario Carrillo Duran" userId="89b4fac2-a189-465c-b8f9-790f81eafcbb" providerId="ADAL" clId="{258D87AC-0E1E-4530-94F2-496B6C9ADCE0}" dt="2021-09-15T02:44:50.663" v="446" actId="20577"/>
      <pc:docMkLst>
        <pc:docMk/>
      </pc:docMkLst>
      <pc:sldChg chg="addSp delSp modSp mod">
        <pc:chgData name="Ivan Dario Carrillo Duran" userId="89b4fac2-a189-465c-b8f9-790f81eafcbb" providerId="ADAL" clId="{258D87AC-0E1E-4530-94F2-496B6C9ADCE0}" dt="2021-09-08T01:30:08.424" v="147" actId="1076"/>
        <pc:sldMkLst>
          <pc:docMk/>
          <pc:sldMk cId="1657557088" sldId="2134804321"/>
        </pc:sldMkLst>
        <pc:spChg chg="mod">
          <ac:chgData name="Ivan Dario Carrillo Duran" userId="89b4fac2-a189-465c-b8f9-790f81eafcbb" providerId="ADAL" clId="{258D87AC-0E1E-4530-94F2-496B6C9ADCE0}" dt="2021-09-08T01:30:03.465" v="145" actId="6549"/>
          <ac:spMkLst>
            <pc:docMk/>
            <pc:sldMk cId="1657557088" sldId="2134804321"/>
            <ac:spMk id="3" creationId="{1AAF8533-6221-46BD-A254-2518793B28C5}"/>
          </ac:spMkLst>
        </pc:spChg>
        <pc:picChg chg="del">
          <ac:chgData name="Ivan Dario Carrillo Duran" userId="89b4fac2-a189-465c-b8f9-790f81eafcbb" providerId="ADAL" clId="{258D87AC-0E1E-4530-94F2-496B6C9ADCE0}" dt="2021-09-08T01:30:05.704" v="146" actId="478"/>
          <ac:picMkLst>
            <pc:docMk/>
            <pc:sldMk cId="1657557088" sldId="2134804321"/>
            <ac:picMk id="8" creationId="{54E5528C-1677-5846-969F-DCD91B8263B8}"/>
          </ac:picMkLst>
        </pc:picChg>
        <pc:picChg chg="mod">
          <ac:chgData name="Ivan Dario Carrillo Duran" userId="89b4fac2-a189-465c-b8f9-790f81eafcbb" providerId="ADAL" clId="{258D87AC-0E1E-4530-94F2-496B6C9ADCE0}" dt="2021-09-08T01:30:08.424" v="147" actId="1076"/>
          <ac:picMkLst>
            <pc:docMk/>
            <pc:sldMk cId="1657557088" sldId="2134804321"/>
            <ac:picMk id="16" creationId="{351E3BC5-996D-4049-9DE3-CB462B8F8D22}"/>
          </ac:picMkLst>
        </pc:picChg>
        <pc:inkChg chg="add">
          <ac:chgData name="Ivan Dario Carrillo Duran" userId="89b4fac2-a189-465c-b8f9-790f81eafcbb" providerId="ADAL" clId="{258D87AC-0E1E-4530-94F2-496B6C9ADCE0}" dt="2021-09-07T16:18:37.201" v="132"/>
          <ac:inkMkLst>
            <pc:docMk/>
            <pc:sldMk cId="1657557088" sldId="2134804321"/>
            <ac:inkMk id="4" creationId="{995C6BD5-9330-4E9C-A1C9-C19AF7FD4B75}"/>
          </ac:inkMkLst>
        </pc:inkChg>
      </pc:sldChg>
      <pc:sldChg chg="addSp delSp modSp add mod">
        <pc:chgData name="Ivan Dario Carrillo Duran" userId="89b4fac2-a189-465c-b8f9-790f81eafcbb" providerId="ADAL" clId="{258D87AC-0E1E-4530-94F2-496B6C9ADCE0}" dt="2021-09-15T00:13:28.267" v="371" actId="1036"/>
        <pc:sldMkLst>
          <pc:docMk/>
          <pc:sldMk cId="1329665126" sldId="2134804342"/>
        </pc:sldMkLst>
        <pc:spChg chg="del">
          <ac:chgData name="Ivan Dario Carrillo Duran" userId="89b4fac2-a189-465c-b8f9-790f81eafcbb" providerId="ADAL" clId="{258D87AC-0E1E-4530-94F2-496B6C9ADCE0}" dt="2021-09-15T00:10:37.902" v="319" actId="478"/>
          <ac:spMkLst>
            <pc:docMk/>
            <pc:sldMk cId="1329665126" sldId="2134804342"/>
            <ac:spMk id="2" creationId="{392F574E-52DE-44D9-8822-97D6F119B55F}"/>
          </ac:spMkLst>
        </pc:spChg>
        <pc:spChg chg="add mod">
          <ac:chgData name="Ivan Dario Carrillo Duran" userId="89b4fac2-a189-465c-b8f9-790f81eafcbb" providerId="ADAL" clId="{258D87AC-0E1E-4530-94F2-496B6C9ADCE0}" dt="2021-09-15T00:10:38.112" v="320"/>
          <ac:spMkLst>
            <pc:docMk/>
            <pc:sldMk cId="1329665126" sldId="2134804342"/>
            <ac:spMk id="38" creationId="{A1E66DF3-67F5-4C0F-9679-27095508BE05}"/>
          </ac:spMkLst>
        </pc:spChg>
        <pc:spChg chg="add mod">
          <ac:chgData name="Ivan Dario Carrillo Duran" userId="89b4fac2-a189-465c-b8f9-790f81eafcbb" providerId="ADAL" clId="{258D87AC-0E1E-4530-94F2-496B6C9ADCE0}" dt="2021-09-15T00:13:28.267" v="371" actId="1036"/>
          <ac:spMkLst>
            <pc:docMk/>
            <pc:sldMk cId="1329665126" sldId="2134804342"/>
            <ac:spMk id="40" creationId="{EE995D0A-EF9E-491A-B5F0-A29FEB6F458D}"/>
          </ac:spMkLst>
        </pc:spChg>
        <pc:spChg chg="mod">
          <ac:chgData name="Ivan Dario Carrillo Duran" userId="89b4fac2-a189-465c-b8f9-790f81eafcbb" providerId="ADAL" clId="{258D87AC-0E1E-4530-94F2-496B6C9ADCE0}" dt="2021-09-15T00:11:34.768" v="346" actId="1076"/>
          <ac:spMkLst>
            <pc:docMk/>
            <pc:sldMk cId="1329665126" sldId="2134804342"/>
            <ac:spMk id="66" creationId="{428C7F84-57DC-4EBA-87FC-EB82C7847759}"/>
          </ac:spMkLst>
        </pc:spChg>
        <pc:spChg chg="mod">
          <ac:chgData name="Ivan Dario Carrillo Duran" userId="89b4fac2-a189-465c-b8f9-790f81eafcbb" providerId="ADAL" clId="{258D87AC-0E1E-4530-94F2-496B6C9ADCE0}" dt="2021-09-15T00:11:27.503" v="344" actId="114"/>
          <ac:spMkLst>
            <pc:docMk/>
            <pc:sldMk cId="1329665126" sldId="2134804342"/>
            <ac:spMk id="67" creationId="{9F7E3789-709C-41C1-8701-16EC4016FE60}"/>
          </ac:spMkLst>
        </pc:spChg>
        <pc:spChg chg="mod">
          <ac:chgData name="Ivan Dario Carrillo Duran" userId="89b4fac2-a189-465c-b8f9-790f81eafcbb" providerId="ADAL" clId="{258D87AC-0E1E-4530-94F2-496B6C9ADCE0}" dt="2021-09-15T00:11:32.461" v="345" actId="1076"/>
          <ac:spMkLst>
            <pc:docMk/>
            <pc:sldMk cId="1329665126" sldId="2134804342"/>
            <ac:spMk id="85" creationId="{907FEA56-F4BF-4912-B8C4-ADA1720D212A}"/>
          </ac:spMkLst>
        </pc:spChg>
        <pc:cxnChg chg="add mod">
          <ac:chgData name="Ivan Dario Carrillo Duran" userId="89b4fac2-a189-465c-b8f9-790f81eafcbb" providerId="ADAL" clId="{258D87AC-0E1E-4530-94F2-496B6C9ADCE0}" dt="2021-09-15T00:12:15.762" v="352" actId="693"/>
          <ac:cxnSpMkLst>
            <pc:docMk/>
            <pc:sldMk cId="1329665126" sldId="2134804342"/>
            <ac:cxnSpMk id="6" creationId="{461230D1-B973-4073-8C71-E6751041B196}"/>
          </ac:cxnSpMkLst>
        </pc:cxnChg>
        <pc:cxnChg chg="mod">
          <ac:chgData name="Ivan Dario Carrillo Duran" userId="89b4fac2-a189-465c-b8f9-790f81eafcbb" providerId="ADAL" clId="{258D87AC-0E1E-4530-94F2-496B6C9ADCE0}" dt="2021-09-15T00:11:34.768" v="346" actId="1076"/>
          <ac:cxnSpMkLst>
            <pc:docMk/>
            <pc:sldMk cId="1329665126" sldId="2134804342"/>
            <ac:cxnSpMk id="60" creationId="{EB934520-C6EE-478B-9354-8403E4413C74}"/>
          </ac:cxnSpMkLst>
        </pc:cxnChg>
        <pc:cxnChg chg="mod">
          <ac:chgData name="Ivan Dario Carrillo Duran" userId="89b4fac2-a189-465c-b8f9-790f81eafcbb" providerId="ADAL" clId="{258D87AC-0E1E-4530-94F2-496B6C9ADCE0}" dt="2021-09-15T00:11:08.229" v="327" actId="20577"/>
          <ac:cxnSpMkLst>
            <pc:docMk/>
            <pc:sldMk cId="1329665126" sldId="2134804342"/>
            <ac:cxnSpMk id="61" creationId="{4198E4F5-D12B-4832-B322-5E501B06F4CD}"/>
          </ac:cxnSpMkLst>
        </pc:cxnChg>
        <pc:cxnChg chg="mod">
          <ac:chgData name="Ivan Dario Carrillo Duran" userId="89b4fac2-a189-465c-b8f9-790f81eafcbb" providerId="ADAL" clId="{258D87AC-0E1E-4530-94F2-496B6C9ADCE0}" dt="2021-09-15T00:11:08.229" v="327" actId="20577"/>
          <ac:cxnSpMkLst>
            <pc:docMk/>
            <pc:sldMk cId="1329665126" sldId="2134804342"/>
            <ac:cxnSpMk id="82" creationId="{C7E19488-FF7D-430B-8097-BBF695496E9C}"/>
          </ac:cxnSpMkLst>
        </pc:cxnChg>
      </pc:sldChg>
      <pc:sldChg chg="delSp modSp mod modNotesTx">
        <pc:chgData name="Ivan Dario Carrillo Duran" userId="89b4fac2-a189-465c-b8f9-790f81eafcbb" providerId="ADAL" clId="{258D87AC-0E1E-4530-94F2-496B6C9ADCE0}" dt="2021-09-15T02:41:50.175" v="425" actId="13926"/>
        <pc:sldMkLst>
          <pc:docMk/>
          <pc:sldMk cId="771116256" sldId="2134804348"/>
        </pc:sldMkLst>
        <pc:spChg chg="mod">
          <ac:chgData name="Ivan Dario Carrillo Duran" userId="89b4fac2-a189-465c-b8f9-790f81eafcbb" providerId="ADAL" clId="{258D87AC-0E1E-4530-94F2-496B6C9ADCE0}" dt="2021-09-15T02:38:15.088" v="423" actId="1076"/>
          <ac:spMkLst>
            <pc:docMk/>
            <pc:sldMk cId="771116256" sldId="2134804348"/>
            <ac:spMk id="79" creationId="{CA3FBA42-3E17-4001-BAC7-44959B2B4BCE}"/>
          </ac:spMkLst>
        </pc:spChg>
        <pc:spChg chg="mod">
          <ac:chgData name="Ivan Dario Carrillo Duran" userId="89b4fac2-a189-465c-b8f9-790f81eafcbb" providerId="ADAL" clId="{258D87AC-0E1E-4530-94F2-496B6C9ADCE0}" dt="2021-09-15T02:38:08.294" v="420" actId="1076"/>
          <ac:spMkLst>
            <pc:docMk/>
            <pc:sldMk cId="771116256" sldId="2134804348"/>
            <ac:spMk id="88" creationId="{AB316B31-52EB-D341-9582-F89ADAD25464}"/>
          </ac:spMkLst>
        </pc:spChg>
        <pc:spChg chg="mod">
          <ac:chgData name="Ivan Dario Carrillo Duran" userId="89b4fac2-a189-465c-b8f9-790f81eafcbb" providerId="ADAL" clId="{258D87AC-0E1E-4530-94F2-496B6C9ADCE0}" dt="2021-09-15T02:41:50.175" v="425" actId="13926"/>
          <ac:spMkLst>
            <pc:docMk/>
            <pc:sldMk cId="771116256" sldId="2134804348"/>
            <ac:spMk id="89" creationId="{0DCE1248-0A00-EA44-AC96-B5B04437F0B7}"/>
          </ac:spMkLst>
        </pc:spChg>
        <pc:spChg chg="mod">
          <ac:chgData name="Ivan Dario Carrillo Duran" userId="89b4fac2-a189-465c-b8f9-790f81eafcbb" providerId="ADAL" clId="{258D87AC-0E1E-4530-94F2-496B6C9ADCE0}" dt="2021-09-15T00:01:53.459" v="293" actId="20577"/>
          <ac:spMkLst>
            <pc:docMk/>
            <pc:sldMk cId="771116256" sldId="2134804348"/>
            <ac:spMk id="91" creationId="{8863821A-1218-2E44-A81C-98F7B57CD564}"/>
          </ac:spMkLst>
        </pc:spChg>
        <pc:picChg chg="del">
          <ac:chgData name="Ivan Dario Carrillo Duran" userId="89b4fac2-a189-465c-b8f9-790f81eafcbb" providerId="ADAL" clId="{258D87AC-0E1E-4530-94F2-496B6C9ADCE0}" dt="2021-09-08T01:30:37.026" v="152" actId="478"/>
          <ac:picMkLst>
            <pc:docMk/>
            <pc:sldMk cId="771116256" sldId="2134804348"/>
            <ac:picMk id="18" creationId="{A4356C24-1E97-6D49-8BDE-C493AF1ACAE0}"/>
          </ac:picMkLst>
        </pc:picChg>
        <pc:cxnChg chg="mod">
          <ac:chgData name="Ivan Dario Carrillo Duran" userId="89b4fac2-a189-465c-b8f9-790f81eafcbb" providerId="ADAL" clId="{258D87AC-0E1E-4530-94F2-496B6C9ADCE0}" dt="2021-09-15T02:38:08.294" v="420" actId="1076"/>
          <ac:cxnSpMkLst>
            <pc:docMk/>
            <pc:sldMk cId="771116256" sldId="2134804348"/>
            <ac:cxnSpMk id="51" creationId="{1FA2390E-88EA-764B-ADEA-EE98539FDB3F}"/>
          </ac:cxnSpMkLst>
        </pc:cxnChg>
        <pc:cxnChg chg="mod">
          <ac:chgData name="Ivan Dario Carrillo Duran" userId="89b4fac2-a189-465c-b8f9-790f81eafcbb" providerId="ADAL" clId="{258D87AC-0E1E-4530-94F2-496B6C9ADCE0}" dt="2021-09-15T02:38:57.219" v="424" actId="1076"/>
          <ac:cxnSpMkLst>
            <pc:docMk/>
            <pc:sldMk cId="771116256" sldId="2134804348"/>
            <ac:cxnSpMk id="90" creationId="{9F9E8032-F982-BD45-A525-5DEE42C560A0}"/>
          </ac:cxnSpMkLst>
        </pc:cxnChg>
      </pc:sldChg>
      <pc:sldChg chg="addSp delSp modSp del mod">
        <pc:chgData name="Ivan Dario Carrillo Duran" userId="89b4fac2-a189-465c-b8f9-790f81eafcbb" providerId="ADAL" clId="{258D87AC-0E1E-4530-94F2-496B6C9ADCE0}" dt="2021-09-15T00:11:45.420" v="347" actId="47"/>
        <pc:sldMkLst>
          <pc:docMk/>
          <pc:sldMk cId="1255141620" sldId="2134804349"/>
        </pc:sldMkLst>
        <pc:spChg chg="mod">
          <ac:chgData name="Ivan Dario Carrillo Duran" userId="89b4fac2-a189-465c-b8f9-790f81eafcbb" providerId="ADAL" clId="{258D87AC-0E1E-4530-94F2-496B6C9ADCE0}" dt="2021-09-01T13:19:06.013" v="51" actId="14100"/>
          <ac:spMkLst>
            <pc:docMk/>
            <pc:sldMk cId="1255141620" sldId="2134804349"/>
            <ac:spMk id="63" creationId="{BE5508B6-2A69-45FE-BA67-9088D84CB501}"/>
          </ac:spMkLst>
        </pc:spChg>
        <pc:spChg chg="mod">
          <ac:chgData name="Ivan Dario Carrillo Duran" userId="89b4fac2-a189-465c-b8f9-790f81eafcbb" providerId="ADAL" clId="{258D87AC-0E1E-4530-94F2-496B6C9ADCE0}" dt="2021-09-01T14:43:38.296" v="91" actId="207"/>
          <ac:spMkLst>
            <pc:docMk/>
            <pc:sldMk cId="1255141620" sldId="2134804349"/>
            <ac:spMk id="66" creationId="{428C7F84-57DC-4EBA-87FC-EB82C7847759}"/>
          </ac:spMkLst>
        </pc:spChg>
        <pc:spChg chg="mod">
          <ac:chgData name="Ivan Dario Carrillo Duran" userId="89b4fac2-a189-465c-b8f9-790f81eafcbb" providerId="ADAL" clId="{258D87AC-0E1E-4530-94F2-496B6C9ADCE0}" dt="2021-09-01T13:11:00.982" v="1" actId="14100"/>
          <ac:spMkLst>
            <pc:docMk/>
            <pc:sldMk cId="1255141620" sldId="2134804349"/>
            <ac:spMk id="67" creationId="{9F7E3789-709C-41C1-8701-16EC4016FE60}"/>
          </ac:spMkLst>
        </pc:spChg>
        <pc:spChg chg="mod">
          <ac:chgData name="Ivan Dario Carrillo Duran" userId="89b4fac2-a189-465c-b8f9-790f81eafcbb" providerId="ADAL" clId="{258D87AC-0E1E-4530-94F2-496B6C9ADCE0}" dt="2021-09-07T15:35:07.189" v="127" actId="313"/>
          <ac:spMkLst>
            <pc:docMk/>
            <pc:sldMk cId="1255141620" sldId="2134804349"/>
            <ac:spMk id="69" creationId="{A3309C9A-7CA3-42A0-ADB1-4F313581428E}"/>
          </ac:spMkLst>
        </pc:spChg>
        <pc:spChg chg="mod">
          <ac:chgData name="Ivan Dario Carrillo Duran" userId="89b4fac2-a189-465c-b8f9-790f81eafcbb" providerId="ADAL" clId="{258D87AC-0E1E-4530-94F2-496B6C9ADCE0}" dt="2021-09-01T13:11:20.877" v="2" actId="1076"/>
          <ac:spMkLst>
            <pc:docMk/>
            <pc:sldMk cId="1255141620" sldId="2134804349"/>
            <ac:spMk id="85" creationId="{907FEA56-F4BF-4912-B8C4-ADA1720D212A}"/>
          </ac:spMkLst>
        </pc:spChg>
        <pc:picChg chg="del">
          <ac:chgData name="Ivan Dario Carrillo Duran" userId="89b4fac2-a189-465c-b8f9-790f81eafcbb" providerId="ADAL" clId="{258D87AC-0E1E-4530-94F2-496B6C9ADCE0}" dt="2021-09-08T01:30:35.296" v="151" actId="478"/>
          <ac:picMkLst>
            <pc:docMk/>
            <pc:sldMk cId="1255141620" sldId="2134804349"/>
            <ac:picMk id="19" creationId="{10467700-E61A-9A43-9091-26250C15D7A9}"/>
          </ac:picMkLst>
        </pc:picChg>
        <pc:cxnChg chg="add del">
          <ac:chgData name="Ivan Dario Carrillo Duran" userId="89b4fac2-a189-465c-b8f9-790f81eafcbb" providerId="ADAL" clId="{258D87AC-0E1E-4530-94F2-496B6C9ADCE0}" dt="2021-09-01T13:11:51.812" v="15" actId="478"/>
          <ac:cxnSpMkLst>
            <pc:docMk/>
            <pc:sldMk cId="1255141620" sldId="2134804349"/>
            <ac:cxnSpMk id="6" creationId="{E548E003-EDE5-4635-B6EE-6FD8376F36CC}"/>
          </ac:cxnSpMkLst>
        </pc:cxnChg>
        <pc:cxnChg chg="add mod">
          <ac:chgData name="Ivan Dario Carrillo Duran" userId="89b4fac2-a189-465c-b8f9-790f81eafcbb" providerId="ADAL" clId="{258D87AC-0E1E-4530-94F2-496B6C9ADCE0}" dt="2021-09-01T13:13:05.066" v="23" actId="693"/>
          <ac:cxnSpMkLst>
            <pc:docMk/>
            <pc:sldMk cId="1255141620" sldId="2134804349"/>
            <ac:cxnSpMk id="8" creationId="{7B0EBE16-4A26-48EA-88E2-2C7BB60DCBDC}"/>
          </ac:cxnSpMkLst>
        </pc:cxnChg>
        <pc:cxnChg chg="mod">
          <ac:chgData name="Ivan Dario Carrillo Duran" userId="89b4fac2-a189-465c-b8f9-790f81eafcbb" providerId="ADAL" clId="{258D87AC-0E1E-4530-94F2-496B6C9ADCE0}" dt="2021-09-01T14:43:07.023" v="52" actId="20577"/>
          <ac:cxnSpMkLst>
            <pc:docMk/>
            <pc:sldMk cId="1255141620" sldId="2134804349"/>
            <ac:cxnSpMk id="60" creationId="{EB934520-C6EE-478B-9354-8403E4413C74}"/>
          </ac:cxnSpMkLst>
        </pc:cxnChg>
        <pc:cxnChg chg="mod">
          <ac:chgData name="Ivan Dario Carrillo Duran" userId="89b4fac2-a189-465c-b8f9-790f81eafcbb" providerId="ADAL" clId="{258D87AC-0E1E-4530-94F2-496B6C9ADCE0}" dt="2021-09-01T13:11:00.982" v="1" actId="14100"/>
          <ac:cxnSpMkLst>
            <pc:docMk/>
            <pc:sldMk cId="1255141620" sldId="2134804349"/>
            <ac:cxnSpMk id="61" creationId="{4198E4F5-D12B-4832-B322-5E501B06F4CD}"/>
          </ac:cxnSpMkLst>
        </pc:cxnChg>
        <pc:cxnChg chg="mod">
          <ac:chgData name="Ivan Dario Carrillo Duran" userId="89b4fac2-a189-465c-b8f9-790f81eafcbb" providerId="ADAL" clId="{258D87AC-0E1E-4530-94F2-496B6C9ADCE0}" dt="2021-09-07T15:35:01.342" v="120" actId="20577"/>
          <ac:cxnSpMkLst>
            <pc:docMk/>
            <pc:sldMk cId="1255141620" sldId="2134804349"/>
            <ac:cxnSpMk id="84" creationId="{B0E58C09-2C96-4E91-844C-38DFAAC546A5}"/>
          </ac:cxnSpMkLst>
        </pc:cxnChg>
      </pc:sldChg>
      <pc:sldChg chg="addSp delSp modSp mod">
        <pc:chgData name="Ivan Dario Carrillo Duran" userId="89b4fac2-a189-465c-b8f9-790f81eafcbb" providerId="ADAL" clId="{258D87AC-0E1E-4530-94F2-496B6C9ADCE0}" dt="2021-09-15T02:44:50.663" v="446" actId="20577"/>
        <pc:sldMkLst>
          <pc:docMk/>
          <pc:sldMk cId="43446386" sldId="2134804350"/>
        </pc:sldMkLst>
        <pc:spChg chg="mod">
          <ac:chgData name="Ivan Dario Carrillo Duran" userId="89b4fac2-a189-465c-b8f9-790f81eafcbb" providerId="ADAL" clId="{258D87AC-0E1E-4530-94F2-496B6C9ADCE0}" dt="2021-09-15T00:09:17.937" v="317" actId="113"/>
          <ac:spMkLst>
            <pc:docMk/>
            <pc:sldMk cId="43446386" sldId="2134804350"/>
            <ac:spMk id="15" creationId="{17BD9B73-0D9C-4A84-A365-D87E497E3C62}"/>
          </ac:spMkLst>
        </pc:spChg>
        <pc:spChg chg="mod">
          <ac:chgData name="Ivan Dario Carrillo Duran" userId="89b4fac2-a189-465c-b8f9-790f81eafcbb" providerId="ADAL" clId="{258D87AC-0E1E-4530-94F2-496B6C9ADCE0}" dt="2021-09-15T00:08:57.755" v="316" actId="20577"/>
          <ac:spMkLst>
            <pc:docMk/>
            <pc:sldMk cId="43446386" sldId="2134804350"/>
            <ac:spMk id="23" creationId="{49473F33-B440-4BE5-8D52-448761C818F5}"/>
          </ac:spMkLst>
        </pc:spChg>
        <pc:spChg chg="mod">
          <ac:chgData name="Ivan Dario Carrillo Duran" userId="89b4fac2-a189-465c-b8f9-790f81eafcbb" providerId="ADAL" clId="{258D87AC-0E1E-4530-94F2-496B6C9ADCE0}" dt="2021-09-15T02:44:50.663" v="446" actId="20577"/>
          <ac:spMkLst>
            <pc:docMk/>
            <pc:sldMk cId="43446386" sldId="2134804350"/>
            <ac:spMk id="44" creationId="{B1CAAB4B-56DC-B144-A134-5805D3583987}"/>
          </ac:spMkLst>
        </pc:spChg>
        <pc:spChg chg="mod">
          <ac:chgData name="Ivan Dario Carrillo Duran" userId="89b4fac2-a189-465c-b8f9-790f81eafcbb" providerId="ADAL" clId="{258D87AC-0E1E-4530-94F2-496B6C9ADCE0}" dt="2021-09-15T00:08:47.583" v="312" actId="404"/>
          <ac:spMkLst>
            <pc:docMk/>
            <pc:sldMk cId="43446386" sldId="2134804350"/>
            <ac:spMk id="45" creationId="{AE609B67-2524-8245-B0F8-6DAD3134214D}"/>
          </ac:spMkLst>
        </pc:spChg>
        <pc:spChg chg="mod">
          <ac:chgData name="Ivan Dario Carrillo Duran" userId="89b4fac2-a189-465c-b8f9-790f81eafcbb" providerId="ADAL" clId="{258D87AC-0E1E-4530-94F2-496B6C9ADCE0}" dt="2021-09-15T00:08:51.643" v="315" actId="404"/>
          <ac:spMkLst>
            <pc:docMk/>
            <pc:sldMk cId="43446386" sldId="2134804350"/>
            <ac:spMk id="50" creationId="{D19D8B51-74F9-2545-BD46-BBE35EDA68C1}"/>
          </ac:spMkLst>
        </pc:spChg>
        <pc:grpChg chg="mod">
          <ac:chgData name="Ivan Dario Carrillo Duran" userId="89b4fac2-a189-465c-b8f9-790f81eafcbb" providerId="ADAL" clId="{258D87AC-0E1E-4530-94F2-496B6C9ADCE0}" dt="2021-09-15T00:08:14.314" v="303" actId="1076"/>
          <ac:grpSpMkLst>
            <pc:docMk/>
            <pc:sldMk cId="43446386" sldId="2134804350"/>
            <ac:grpSpMk id="41" creationId="{3A079BF4-32AC-450A-BB3B-9BBCDC8BE463}"/>
          </ac:grpSpMkLst>
        </pc:grpChg>
        <pc:picChg chg="add del">
          <ac:chgData name="Ivan Dario Carrillo Duran" userId="89b4fac2-a189-465c-b8f9-790f81eafcbb" providerId="ADAL" clId="{258D87AC-0E1E-4530-94F2-496B6C9ADCE0}" dt="2021-09-07T15:36:27.257" v="129" actId="22"/>
          <ac:picMkLst>
            <pc:docMk/>
            <pc:sldMk cId="43446386" sldId="2134804350"/>
            <ac:picMk id="3" creationId="{AE105F80-F305-4C6B-811A-E8A46B5AC390}"/>
          </ac:picMkLst>
        </pc:picChg>
        <pc:picChg chg="del">
          <ac:chgData name="Ivan Dario Carrillo Duran" userId="89b4fac2-a189-465c-b8f9-790f81eafcbb" providerId="ADAL" clId="{258D87AC-0E1E-4530-94F2-496B6C9ADCE0}" dt="2021-09-08T01:30:33.183" v="150" actId="478"/>
          <ac:picMkLst>
            <pc:docMk/>
            <pc:sldMk cId="43446386" sldId="2134804350"/>
            <ac:picMk id="12" creationId="{CD4C7F7E-4A66-E149-B46C-85B773EFCB11}"/>
          </ac:picMkLst>
        </pc:picChg>
        <pc:cxnChg chg="add mod">
          <ac:chgData name="Ivan Dario Carrillo Duran" userId="89b4fac2-a189-465c-b8f9-790f81eafcbb" providerId="ADAL" clId="{258D87AC-0E1E-4530-94F2-496B6C9ADCE0}" dt="2021-09-15T02:44:46.595" v="433" actId="20577"/>
          <ac:cxnSpMkLst>
            <pc:docMk/>
            <pc:sldMk cId="43446386" sldId="2134804350"/>
            <ac:cxnSpMk id="3" creationId="{AC49D563-9E7C-49AC-8601-1AE28C8AC2F2}"/>
          </ac:cxnSpMkLst>
        </pc:cxnChg>
        <pc:cxnChg chg="add mod">
          <ac:chgData name="Ivan Dario Carrillo Duran" userId="89b4fac2-a189-465c-b8f9-790f81eafcbb" providerId="ADAL" clId="{258D87AC-0E1E-4530-94F2-496B6C9ADCE0}" dt="2021-09-15T00:08:34.449" v="308" actId="13822"/>
          <ac:cxnSpMkLst>
            <pc:docMk/>
            <pc:sldMk cId="43446386" sldId="2134804350"/>
            <ac:cxnSpMk id="14" creationId="{5DD283C9-FF2F-450E-9492-5AC46BF0E04D}"/>
          </ac:cxnSpMkLst>
        </pc:cxnChg>
        <pc:cxnChg chg="add mod">
          <ac:chgData name="Ivan Dario Carrillo Duran" userId="89b4fac2-a189-465c-b8f9-790f81eafcbb" providerId="ADAL" clId="{258D87AC-0E1E-4530-94F2-496B6C9ADCE0}" dt="2021-09-15T00:08:36.990" v="309" actId="13822"/>
          <ac:cxnSpMkLst>
            <pc:docMk/>
            <pc:sldMk cId="43446386" sldId="2134804350"/>
            <ac:cxnSpMk id="16" creationId="{81D267D6-A076-4097-8F7E-E82BDF63E75B}"/>
          </ac:cxnSpMkLst>
        </pc:cxnChg>
        <pc:cxnChg chg="del mod">
          <ac:chgData name="Ivan Dario Carrillo Duran" userId="89b4fac2-a189-465c-b8f9-790f81eafcbb" providerId="ADAL" clId="{258D87AC-0E1E-4530-94F2-496B6C9ADCE0}" dt="2021-09-15T00:07:43.534" v="294" actId="478"/>
          <ac:cxnSpMkLst>
            <pc:docMk/>
            <pc:sldMk cId="43446386" sldId="2134804350"/>
            <ac:cxnSpMk id="46" creationId="{4C197E53-7F43-6D4C-842A-20406362DAA5}"/>
          </ac:cxnSpMkLst>
        </pc:cxnChg>
        <pc:cxnChg chg="del">
          <ac:chgData name="Ivan Dario Carrillo Duran" userId="89b4fac2-a189-465c-b8f9-790f81eafcbb" providerId="ADAL" clId="{258D87AC-0E1E-4530-94F2-496B6C9ADCE0}" dt="2021-09-15T00:07:46.768" v="295" actId="478"/>
          <ac:cxnSpMkLst>
            <pc:docMk/>
            <pc:sldMk cId="43446386" sldId="2134804350"/>
            <ac:cxnSpMk id="51" creationId="{E4AE421D-A9FB-0C4D-82B3-7B7C675B3D9B}"/>
          </ac:cxnSpMkLst>
        </pc:cxnChg>
      </pc:sldChg>
      <pc:sldChg chg="addSp modSp new mod">
        <pc:chgData name="Ivan Dario Carrillo Duran" userId="89b4fac2-a189-465c-b8f9-790f81eafcbb" providerId="ADAL" clId="{258D87AC-0E1E-4530-94F2-496B6C9ADCE0}" dt="2021-09-14T18:52:02.663" v="266" actId="1076"/>
        <pc:sldMkLst>
          <pc:docMk/>
          <pc:sldMk cId="1672565087" sldId="2134804351"/>
        </pc:sldMkLst>
        <pc:spChg chg="add mod">
          <ac:chgData name="Ivan Dario Carrillo Duran" userId="89b4fac2-a189-465c-b8f9-790f81eafcbb" providerId="ADAL" clId="{258D87AC-0E1E-4530-94F2-496B6C9ADCE0}" dt="2021-09-08T01:31:32.943" v="265" actId="20577"/>
          <ac:spMkLst>
            <pc:docMk/>
            <pc:sldMk cId="1672565087" sldId="2134804351"/>
            <ac:spMk id="4" creationId="{752550A8-ADDD-47B3-98DE-D927F4DD9B91}"/>
          </ac:spMkLst>
        </pc:spChg>
        <pc:picChg chg="add mod">
          <ac:chgData name="Ivan Dario Carrillo Duran" userId="89b4fac2-a189-465c-b8f9-790f81eafcbb" providerId="ADAL" clId="{258D87AC-0E1E-4530-94F2-496B6C9ADCE0}" dt="2021-09-14T18:52:02.663" v="266" actId="1076"/>
          <ac:picMkLst>
            <pc:docMk/>
            <pc:sldMk cId="1672565087" sldId="2134804351"/>
            <ac:picMk id="3" creationId="{52355F7F-D752-4DC4-8F76-B094461F2192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.0802" units="1/cm"/>
          <inkml:channelProperty channel="Y" name="resolution" value="32.33533" units="1/cm"/>
          <inkml:channelProperty channel="T" name="resolution" value="1" units="1/dev"/>
        </inkml:channelProperties>
      </inkml:inkSource>
      <inkml:timestamp xml:id="ts0" timeString="2021-09-07T16:02:57.009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22900 7527 0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09733-6C35-0144-8DCF-77480CA47BBE}" type="datetimeFigureOut">
              <a:rPr lang="es-ES" smtClean="0"/>
              <a:t>12/12/2021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15153"/>
            <a:ext cx="548640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A825F-C5BC-0945-9745-BFEF151ECAA1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002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A825F-C5BC-0945-9745-BFEF151ECAA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8874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A825F-C5BC-0945-9745-BFEF151ECAA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4065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16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83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43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TABLE OF CONTEN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808209" y="233231"/>
            <a:ext cx="7283573" cy="1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800"/>
              <a:buNone/>
              <a:defRPr i="0" u="none" strike="noStrike" cap="none">
                <a:solidFill>
                  <a:srgbClr val="525252"/>
                </a:solidFill>
                <a:latin typeface="+mn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800"/>
              <a:buNone/>
              <a:defRPr sz="3800">
                <a:solidFill>
                  <a:srgbClr val="52525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800"/>
              <a:buNone/>
              <a:defRPr sz="3800">
                <a:solidFill>
                  <a:srgbClr val="52525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800"/>
              <a:buNone/>
              <a:defRPr sz="3800">
                <a:solidFill>
                  <a:srgbClr val="52525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800"/>
              <a:buNone/>
              <a:defRPr sz="3800">
                <a:solidFill>
                  <a:srgbClr val="52525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800"/>
              <a:buNone/>
              <a:defRPr sz="3800">
                <a:solidFill>
                  <a:srgbClr val="52525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800"/>
              <a:buNone/>
              <a:defRPr sz="3800">
                <a:solidFill>
                  <a:srgbClr val="52525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800"/>
              <a:buNone/>
              <a:defRPr sz="3800">
                <a:solidFill>
                  <a:srgbClr val="52525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800"/>
              <a:buNone/>
              <a:defRPr sz="3800">
                <a:solidFill>
                  <a:srgbClr val="525252"/>
                </a:solidFill>
              </a:defRPr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title" idx="2"/>
          </p:nvPr>
        </p:nvSpPr>
        <p:spPr>
          <a:xfrm>
            <a:off x="6534902" y="1940351"/>
            <a:ext cx="53589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 sz="1900" i="0" u="none" strike="noStrike" cap="none">
                <a:solidFill>
                  <a:srgbClr val="525252"/>
                </a:solidFill>
                <a:latin typeface="+mn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 sz="1900">
                <a:solidFill>
                  <a:srgbClr val="52525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 sz="1900">
                <a:solidFill>
                  <a:srgbClr val="52525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 sz="1900">
                <a:solidFill>
                  <a:srgbClr val="52525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 sz="1900">
                <a:solidFill>
                  <a:srgbClr val="52525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 sz="1900">
                <a:solidFill>
                  <a:srgbClr val="52525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 sz="1900">
                <a:solidFill>
                  <a:srgbClr val="52525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 sz="1900">
                <a:solidFill>
                  <a:srgbClr val="52525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1900"/>
              <a:buNone/>
              <a:defRPr sz="1900">
                <a:solidFill>
                  <a:srgbClr val="525252"/>
                </a:solidFill>
              </a:defRPr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subTitle" idx="1"/>
          </p:nvPr>
        </p:nvSpPr>
        <p:spPr>
          <a:xfrm>
            <a:off x="6534900" y="2259651"/>
            <a:ext cx="2066100" cy="2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724" lvl="0" indent="-472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+mn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 idx="7" hasCustomPrompt="1"/>
          </p:nvPr>
        </p:nvSpPr>
        <p:spPr>
          <a:xfrm>
            <a:off x="5630855" y="1813904"/>
            <a:ext cx="843000" cy="52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latin typeface="+mn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r>
              <a:rPr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863048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2">
          <p15:clr>
            <a:srgbClr val="F9AD4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11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77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48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98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ido - Solo Texto - Una Colum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E3D1D45-84BF-4109-A344-194FC60A25E6}"/>
              </a:ext>
            </a:extLst>
          </p:cNvPr>
          <p:cNvSpPr txBox="1"/>
          <p:nvPr userDrawn="1"/>
        </p:nvSpPr>
        <p:spPr>
          <a:xfrm>
            <a:off x="8625841" y="188655"/>
            <a:ext cx="358616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450"/>
              </a:spcBef>
            </a:pPr>
            <a:fld id="{75C7898C-BA7D-4DD1-B648-10E044C0935B}" type="slidenum">
              <a:rPr lang="es-CO" sz="6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ctr">
                <a:spcBef>
                  <a:spcPts val="450"/>
                </a:spcBef>
              </a:pPr>
              <a:t>‹#›</a:t>
            </a:fld>
            <a:endParaRPr lang="es-CO" sz="6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2" descr="Resultado de imagen para LOGO GOBIERNO  COLOMBIA">
            <a:extLst>
              <a:ext uri="{FF2B5EF4-FFF2-40B4-BE49-F238E27FC236}">
                <a16:creationId xmlns:a16="http://schemas.microsoft.com/office/drawing/2014/main" id="{0A28D78C-3B03-4A09-ABE7-46F6A0C608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41951" y="4680305"/>
            <a:ext cx="1702049" cy="35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27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11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67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255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559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449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608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473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32E99F-0BE6-EB4E-B2D9-1C670D2D46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225511" cy="51435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E6CDF0-1D16-274D-8C2E-F9285956B4C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126" y="4368801"/>
            <a:ext cx="2560437" cy="541799"/>
          </a:xfrm>
          <a:prstGeom prst="rect">
            <a:avLst/>
          </a:prstGeom>
        </p:spPr>
      </p:pic>
      <p:pic>
        <p:nvPicPr>
          <p:cNvPr id="8" name="Imagen 7" descr="Nuevo-logo-DANE.jpg"/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5" t="30958" r="7295" b="31695"/>
          <a:stretch/>
        </p:blipFill>
        <p:spPr>
          <a:xfrm>
            <a:off x="7397935" y="277100"/>
            <a:ext cx="1479365" cy="6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7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8" r:id="rId3"/>
    <p:sldLayoutId id="2147483689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32E99F-0BE6-EB4E-B2D9-1C670D2D46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225511" cy="51435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EE6CDF0-1D16-274D-8C2E-F9285956B4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126" y="4368801"/>
            <a:ext cx="2560437" cy="541799"/>
          </a:xfrm>
          <a:prstGeom prst="rect">
            <a:avLst/>
          </a:prstGeom>
        </p:spPr>
      </p:pic>
      <p:pic>
        <p:nvPicPr>
          <p:cNvPr id="11" name="Imagen 10" descr="Nuevo-logo-DANE.jpg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5" t="30958" r="7295" b="31695"/>
          <a:stretch/>
        </p:blipFill>
        <p:spPr>
          <a:xfrm>
            <a:off x="7264402" y="299602"/>
            <a:ext cx="1479365" cy="647999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5" t="29948" r="4377" b="17913"/>
          <a:stretch/>
        </p:blipFill>
        <p:spPr>
          <a:xfrm>
            <a:off x="3947926" y="4478600"/>
            <a:ext cx="489593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4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>
            <a:extLst>
              <a:ext uri="{FF2B5EF4-FFF2-40B4-BE49-F238E27FC236}">
                <a16:creationId xmlns:a16="http://schemas.microsoft.com/office/drawing/2014/main" id="{21F1A145-0BEF-4E7E-99F2-2DD0B30F1FB1}"/>
              </a:ext>
            </a:extLst>
          </p:cNvPr>
          <p:cNvSpPr/>
          <p:nvPr userDrawn="1"/>
        </p:nvSpPr>
        <p:spPr>
          <a:xfrm>
            <a:off x="381000" y="241724"/>
            <a:ext cx="190891" cy="1964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101006-A436-4112-A4BD-B2EEF783DDAC}"/>
              </a:ext>
            </a:extLst>
          </p:cNvPr>
          <p:cNvSpPr txBox="1"/>
          <p:nvPr userDrawn="1"/>
        </p:nvSpPr>
        <p:spPr>
          <a:xfrm>
            <a:off x="696146" y="251003"/>
            <a:ext cx="2809054" cy="177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5080" indent="-12065" algn="dist">
              <a:lnSpc>
                <a:spcPct val="130000"/>
              </a:lnSpc>
              <a:spcBef>
                <a:spcPts val="100"/>
              </a:spcBef>
            </a:pPr>
            <a:r>
              <a:rPr sz="800" b="1" dirty="0">
                <a:solidFill>
                  <a:srgbClr val="B6004C"/>
                </a:solidFill>
                <a:latin typeface="Arial"/>
                <a:cs typeface="Arial"/>
              </a:rPr>
              <a:t>I </a:t>
            </a:r>
            <a:r>
              <a:rPr sz="800" b="1" spc="-5" dirty="0">
                <a:solidFill>
                  <a:srgbClr val="B6004C"/>
                </a:solidFill>
                <a:latin typeface="Arial"/>
                <a:cs typeface="Arial"/>
              </a:rPr>
              <a:t>N F O R M A C </a:t>
            </a:r>
            <a:r>
              <a:rPr sz="800" b="1" dirty="0">
                <a:solidFill>
                  <a:srgbClr val="B6004C"/>
                </a:solidFill>
                <a:latin typeface="Arial"/>
                <a:cs typeface="Arial"/>
              </a:rPr>
              <a:t>I </a:t>
            </a:r>
            <a:r>
              <a:rPr sz="800" b="1" spc="-5" dirty="0">
                <a:solidFill>
                  <a:srgbClr val="B6004C"/>
                </a:solidFill>
                <a:latin typeface="Arial"/>
                <a:cs typeface="Arial"/>
              </a:rPr>
              <a:t>Ó N</a:t>
            </a:r>
            <a:r>
              <a:rPr lang="es-ES_tradnl" sz="800" b="1" spc="-5" dirty="0">
                <a:solidFill>
                  <a:srgbClr val="B6004C"/>
                </a:solidFill>
                <a:latin typeface="Arial"/>
                <a:cs typeface="Arial"/>
              </a:rPr>
              <a:t>  </a:t>
            </a:r>
            <a:r>
              <a:rPr lang="es-ES" sz="800" b="1" spc="-5" dirty="0">
                <a:solidFill>
                  <a:srgbClr val="B6004C"/>
                </a:solidFill>
                <a:latin typeface="Arial"/>
                <a:cs typeface="Arial"/>
              </a:rPr>
              <a:t>P A R A  T O D O S</a:t>
            </a:r>
            <a:endParaRPr sz="800" b="1" dirty="0">
              <a:solidFill>
                <a:srgbClr val="B6004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2635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93" r:id="rId3"/>
    <p:sldLayoutId id="2147483694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21" descr="MAGENTA.png">
            <a:extLst>
              <a:ext uri="{FF2B5EF4-FFF2-40B4-BE49-F238E27FC236}">
                <a16:creationId xmlns:a16="http://schemas.microsoft.com/office/drawing/2014/main" id="{050975CF-360D-FB40-8F96-719A5FECB4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126" y="260487"/>
            <a:ext cx="227841" cy="221463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0391E340-98A5-9142-8506-C373BF3384E1}"/>
              </a:ext>
            </a:extLst>
          </p:cNvPr>
          <p:cNvSpPr txBox="1"/>
          <p:nvPr userDrawn="1"/>
        </p:nvSpPr>
        <p:spPr>
          <a:xfrm>
            <a:off x="677673" y="274202"/>
            <a:ext cx="2809054" cy="172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5080" indent="-12065" algn="dist">
              <a:lnSpc>
                <a:spcPct val="130000"/>
              </a:lnSpc>
              <a:spcBef>
                <a:spcPts val="100"/>
              </a:spcBef>
            </a:pPr>
            <a:r>
              <a:rPr sz="800" b="1" dirty="0">
                <a:solidFill>
                  <a:srgbClr val="B6004C"/>
                </a:solidFill>
                <a:latin typeface="Arial"/>
                <a:cs typeface="Arial"/>
              </a:rPr>
              <a:t>I </a:t>
            </a:r>
            <a:r>
              <a:rPr sz="800" b="1" spc="-5" dirty="0">
                <a:solidFill>
                  <a:srgbClr val="B6004C"/>
                </a:solidFill>
                <a:latin typeface="Arial"/>
                <a:cs typeface="Arial"/>
              </a:rPr>
              <a:t>N F O R M A C </a:t>
            </a:r>
            <a:r>
              <a:rPr sz="800" b="1" dirty="0">
                <a:solidFill>
                  <a:srgbClr val="B6004C"/>
                </a:solidFill>
                <a:latin typeface="Arial"/>
                <a:cs typeface="Arial"/>
              </a:rPr>
              <a:t>I </a:t>
            </a:r>
            <a:r>
              <a:rPr sz="800" b="1" spc="-5" dirty="0">
                <a:solidFill>
                  <a:srgbClr val="B6004C"/>
                </a:solidFill>
                <a:latin typeface="Arial"/>
                <a:cs typeface="Arial"/>
              </a:rPr>
              <a:t>Ó N</a:t>
            </a:r>
            <a:r>
              <a:rPr lang="es-ES_tradnl" sz="800" b="1" spc="-5" dirty="0">
                <a:solidFill>
                  <a:srgbClr val="B6004C"/>
                </a:solidFill>
                <a:latin typeface="Arial"/>
                <a:cs typeface="Arial"/>
              </a:rPr>
              <a:t>  </a:t>
            </a:r>
            <a:r>
              <a:rPr lang="es-ES" sz="800" b="1" spc="-5" dirty="0">
                <a:solidFill>
                  <a:srgbClr val="B6004C"/>
                </a:solidFill>
                <a:latin typeface="Arial"/>
                <a:cs typeface="Arial"/>
              </a:rPr>
              <a:t>P A R A  T O D O S</a:t>
            </a:r>
            <a:endParaRPr sz="800" b="1" dirty="0">
              <a:solidFill>
                <a:srgbClr val="B6004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226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21" descr="MAGENTA.png">
            <a:extLst>
              <a:ext uri="{FF2B5EF4-FFF2-40B4-BE49-F238E27FC236}">
                <a16:creationId xmlns:a16="http://schemas.microsoft.com/office/drawing/2014/main" id="{050975CF-360D-FB40-8F96-719A5FECB4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126" y="260487"/>
            <a:ext cx="227841" cy="221463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0391E340-98A5-9142-8506-C373BF3384E1}"/>
              </a:ext>
            </a:extLst>
          </p:cNvPr>
          <p:cNvSpPr txBox="1"/>
          <p:nvPr userDrawn="1"/>
        </p:nvSpPr>
        <p:spPr>
          <a:xfrm>
            <a:off x="677673" y="274202"/>
            <a:ext cx="2809054" cy="172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5080" indent="-12065" algn="dist">
              <a:lnSpc>
                <a:spcPct val="130000"/>
              </a:lnSpc>
              <a:spcBef>
                <a:spcPts val="100"/>
              </a:spcBef>
            </a:pPr>
            <a:r>
              <a:rPr sz="800" b="1" dirty="0">
                <a:solidFill>
                  <a:srgbClr val="B6004C"/>
                </a:solidFill>
                <a:latin typeface="Arial"/>
                <a:cs typeface="Arial"/>
              </a:rPr>
              <a:t>I </a:t>
            </a:r>
            <a:r>
              <a:rPr sz="800" b="1" spc="-5" dirty="0">
                <a:solidFill>
                  <a:srgbClr val="B6004C"/>
                </a:solidFill>
                <a:latin typeface="Arial"/>
                <a:cs typeface="Arial"/>
              </a:rPr>
              <a:t>N F O R M A C </a:t>
            </a:r>
            <a:r>
              <a:rPr sz="800" b="1" dirty="0">
                <a:solidFill>
                  <a:srgbClr val="B6004C"/>
                </a:solidFill>
                <a:latin typeface="Arial"/>
                <a:cs typeface="Arial"/>
              </a:rPr>
              <a:t>I </a:t>
            </a:r>
            <a:r>
              <a:rPr sz="800" b="1" spc="-5" dirty="0">
                <a:solidFill>
                  <a:srgbClr val="B6004C"/>
                </a:solidFill>
                <a:latin typeface="Arial"/>
                <a:cs typeface="Arial"/>
              </a:rPr>
              <a:t>Ó N</a:t>
            </a:r>
            <a:r>
              <a:rPr lang="es-ES_tradnl" sz="800" b="1" spc="-5" dirty="0">
                <a:solidFill>
                  <a:srgbClr val="B6004C"/>
                </a:solidFill>
                <a:latin typeface="Arial"/>
                <a:cs typeface="Arial"/>
              </a:rPr>
              <a:t>  </a:t>
            </a:r>
            <a:r>
              <a:rPr lang="es-ES" sz="800" b="1" spc="-5" dirty="0">
                <a:solidFill>
                  <a:srgbClr val="B6004C"/>
                </a:solidFill>
                <a:latin typeface="Arial"/>
                <a:cs typeface="Arial"/>
              </a:rPr>
              <a:t>P A R A  T O D O S</a:t>
            </a:r>
            <a:endParaRPr sz="800" b="1" dirty="0">
              <a:solidFill>
                <a:srgbClr val="B6004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134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21" descr="MAGENTA.png">
            <a:extLst>
              <a:ext uri="{FF2B5EF4-FFF2-40B4-BE49-F238E27FC236}">
                <a16:creationId xmlns:a16="http://schemas.microsoft.com/office/drawing/2014/main" id="{050975CF-360D-FB40-8F96-719A5FECB4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127" y="260488"/>
            <a:ext cx="227841" cy="221463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0391E340-98A5-9142-8506-C373BF3384E1}"/>
              </a:ext>
            </a:extLst>
          </p:cNvPr>
          <p:cNvSpPr txBox="1"/>
          <p:nvPr userDrawn="1"/>
        </p:nvSpPr>
        <p:spPr>
          <a:xfrm>
            <a:off x="677673" y="274203"/>
            <a:ext cx="2809054" cy="156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5080" indent="-12065" algn="dist">
              <a:lnSpc>
                <a:spcPct val="130000"/>
              </a:lnSpc>
              <a:spcBef>
                <a:spcPts val="100"/>
              </a:spcBef>
            </a:pPr>
            <a:r>
              <a:rPr sz="800" b="1" dirty="0">
                <a:solidFill>
                  <a:srgbClr val="B6004C"/>
                </a:solidFill>
                <a:latin typeface="Arial"/>
                <a:cs typeface="Arial"/>
              </a:rPr>
              <a:t>I </a:t>
            </a:r>
            <a:r>
              <a:rPr sz="800" b="1" spc="-5" dirty="0">
                <a:solidFill>
                  <a:srgbClr val="B6004C"/>
                </a:solidFill>
                <a:latin typeface="Arial"/>
                <a:cs typeface="Arial"/>
              </a:rPr>
              <a:t>N F O R M A C </a:t>
            </a:r>
            <a:r>
              <a:rPr sz="800" b="1" dirty="0">
                <a:solidFill>
                  <a:srgbClr val="B6004C"/>
                </a:solidFill>
                <a:latin typeface="Arial"/>
                <a:cs typeface="Arial"/>
              </a:rPr>
              <a:t>I </a:t>
            </a:r>
            <a:r>
              <a:rPr sz="800" b="1" spc="-5" dirty="0">
                <a:solidFill>
                  <a:srgbClr val="B6004C"/>
                </a:solidFill>
                <a:latin typeface="Arial"/>
                <a:cs typeface="Arial"/>
              </a:rPr>
              <a:t>Ó N</a:t>
            </a:r>
            <a:r>
              <a:rPr lang="es-ES_tradnl" sz="800" b="1" spc="-5" dirty="0">
                <a:solidFill>
                  <a:srgbClr val="B6004C"/>
                </a:solidFill>
                <a:latin typeface="Arial"/>
                <a:cs typeface="Arial"/>
              </a:rPr>
              <a:t>  </a:t>
            </a:r>
            <a:r>
              <a:rPr lang="es-ES" sz="800" b="1" spc="-5" dirty="0">
                <a:solidFill>
                  <a:srgbClr val="B6004C"/>
                </a:solidFill>
                <a:latin typeface="Arial"/>
                <a:cs typeface="Arial"/>
              </a:rPr>
              <a:t>P A R A  T O D O S</a:t>
            </a:r>
            <a:endParaRPr sz="800" b="1" dirty="0">
              <a:solidFill>
                <a:srgbClr val="B6004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138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9">
            <a:extLst>
              <a:ext uri="{FF2B5EF4-FFF2-40B4-BE49-F238E27FC236}">
                <a16:creationId xmlns:a16="http://schemas.microsoft.com/office/drawing/2014/main" id="{B7BDFE8B-1CA8-4B36-8579-241C1BC4E5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5625" cy="5143499"/>
          </a:xfrm>
          <a:prstGeom prst="rect">
            <a:avLst/>
          </a:prstGeom>
        </p:spPr>
      </p:pic>
      <p:sp>
        <p:nvSpPr>
          <p:cNvPr id="2" name="object 553">
            <a:extLst>
              <a:ext uri="{FF2B5EF4-FFF2-40B4-BE49-F238E27FC236}">
                <a16:creationId xmlns:a16="http://schemas.microsoft.com/office/drawing/2014/main" id="{555552CD-9B57-4CF6-A3B1-0AD1AB3AE33D}"/>
              </a:ext>
            </a:extLst>
          </p:cNvPr>
          <p:cNvSpPr txBox="1">
            <a:spLocks/>
          </p:cNvSpPr>
          <p:nvPr/>
        </p:nvSpPr>
        <p:spPr>
          <a:xfrm>
            <a:off x="1577340" y="1926808"/>
            <a:ext cx="7135060" cy="9521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125"/>
              </a:spcBef>
              <a:buNone/>
            </a:pPr>
            <a:r>
              <a:rPr lang="es-ES" sz="3600" b="1" dirty="0">
                <a:solidFill>
                  <a:schemeClr val="bg1"/>
                </a:solidFill>
                <a:cs typeface="Arial" panose="020B0604020202020204" pitchFamily="34" charset="0"/>
              </a:rPr>
              <a:t>Comité Técnico Asesor</a:t>
            </a:r>
          </a:p>
          <a:p>
            <a:pPr marL="0" indent="0" algn="r">
              <a:spcBef>
                <a:spcPts val="125"/>
              </a:spcBef>
              <a:buNone/>
            </a:pPr>
            <a:r>
              <a:rPr lang="es-ES" sz="2400" dirty="0">
                <a:solidFill>
                  <a:schemeClr val="bg1"/>
                </a:solidFill>
                <a:cs typeface="Arial" panose="020B0604020202020204" pitchFamily="34" charset="0"/>
              </a:rPr>
              <a:t>Para la regulación de la gestión catastral</a:t>
            </a:r>
          </a:p>
        </p:txBody>
      </p:sp>
      <p:pic>
        <p:nvPicPr>
          <p:cNvPr id="14" name="Imagen 10">
            <a:extLst>
              <a:ext uri="{FF2B5EF4-FFF2-40B4-BE49-F238E27FC236}">
                <a16:creationId xmlns:a16="http://schemas.microsoft.com/office/drawing/2014/main" id="{29DB5D56-88AF-455B-B836-2C5ECB3EAF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560" y="4561749"/>
            <a:ext cx="1739011" cy="367982"/>
          </a:xfrm>
          <a:prstGeom prst="rect">
            <a:avLst/>
          </a:prstGeom>
        </p:spPr>
      </p:pic>
      <p:pic>
        <p:nvPicPr>
          <p:cNvPr id="16" name="Imagen 11">
            <a:extLst>
              <a:ext uri="{FF2B5EF4-FFF2-40B4-BE49-F238E27FC236}">
                <a16:creationId xmlns:a16="http://schemas.microsoft.com/office/drawing/2014/main" id="{351E3BC5-996D-4049-9DE3-CB462B8F8D2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6471" y="282168"/>
            <a:ext cx="1464598" cy="6444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AF8533-6221-46BD-A254-2518793B28C5}"/>
              </a:ext>
            </a:extLst>
          </p:cNvPr>
          <p:cNvSpPr/>
          <p:nvPr/>
        </p:nvSpPr>
        <p:spPr>
          <a:xfrm>
            <a:off x="6903372" y="3171014"/>
            <a:ext cx="1887697" cy="10413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125"/>
              </a:spcBef>
            </a:pPr>
            <a:endParaRPr lang="es-CO" sz="20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r">
              <a:spcBef>
                <a:spcPts val="125"/>
              </a:spcBef>
            </a:pPr>
            <a:endParaRPr lang="es-CO" sz="2000" b="1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r">
              <a:spcBef>
                <a:spcPts val="125"/>
              </a:spcBef>
            </a:pPr>
            <a:r>
              <a:rPr lang="es-CO" sz="2000" b="1" dirty="0">
                <a:solidFill>
                  <a:schemeClr val="bg1"/>
                </a:solidFill>
                <a:cs typeface="Arial" panose="020B0604020202020204" pitchFamily="34" charset="0"/>
              </a:rPr>
              <a:t>Octubre 2021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5C6BD5-9330-4E9C-A1C9-C19AF7FD4B75}"/>
                  </a:ext>
                </a:extLst>
              </p14:cNvPr>
              <p14:cNvContentPartPr/>
              <p14:nvPr/>
            </p14:nvContentPartPr>
            <p14:xfrm>
              <a:off x="8244000" y="270972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5C6BD5-9330-4E9C-A1C9-C19AF7FD4B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34640" y="27003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755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DBF2B13-C584-4918-8574-4F81EF5B002D}"/>
              </a:ext>
            </a:extLst>
          </p:cNvPr>
          <p:cNvSpPr/>
          <p:nvPr/>
        </p:nvSpPr>
        <p:spPr>
          <a:xfrm>
            <a:off x="5634163" y="4067048"/>
            <a:ext cx="3042411" cy="662158"/>
          </a:xfrm>
          <a:prstGeom prst="roundRect">
            <a:avLst/>
          </a:prstGeom>
          <a:noFill/>
          <a:ln>
            <a:solidFill>
              <a:srgbClr val="404E5C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77D03-6048-4F81-AB87-45EC25BEECFF}"/>
              </a:ext>
            </a:extLst>
          </p:cNvPr>
          <p:cNvSpPr/>
          <p:nvPr/>
        </p:nvSpPr>
        <p:spPr>
          <a:xfrm>
            <a:off x="273452" y="1245292"/>
            <a:ext cx="13724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404E5C"/>
                </a:solidFill>
              </a:rPr>
              <a:t>Miembros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D1449F-894C-4B1B-8B9E-7C188B9D8E6D}"/>
              </a:ext>
            </a:extLst>
          </p:cNvPr>
          <p:cNvSpPr/>
          <p:nvPr/>
        </p:nvSpPr>
        <p:spPr>
          <a:xfrm>
            <a:off x="342032" y="1698276"/>
            <a:ext cx="2706062" cy="1479264"/>
          </a:xfrm>
          <a:prstGeom prst="roundRect">
            <a:avLst>
              <a:gd name="adj" fmla="val 7866"/>
            </a:avLst>
          </a:prstGeom>
          <a:solidFill>
            <a:srgbClr val="B6004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/>
              <a:t>Director DANE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El Director Técnico de Registro o el Superintendente Delegado de Tierras</a:t>
            </a:r>
            <a:endParaRPr lang="es-CO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Director Técnico de Geoestadística del DANE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Dos (2) expertos internacionales</a:t>
            </a:r>
            <a:endParaRPr lang="es-CO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Dos (2) expertos nacionales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35D0F-A608-43AE-99DA-99D7B87F3685}"/>
              </a:ext>
            </a:extLst>
          </p:cNvPr>
          <p:cNvSpPr/>
          <p:nvPr/>
        </p:nvSpPr>
        <p:spPr>
          <a:xfrm>
            <a:off x="5782519" y="1136802"/>
            <a:ext cx="15250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404E5C"/>
                </a:solidFill>
              </a:rPr>
              <a:t>Funciones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99FF2B-7AD4-4D76-8397-140D0EAEF8BB}"/>
              </a:ext>
            </a:extLst>
          </p:cNvPr>
          <p:cNvSpPr/>
          <p:nvPr/>
        </p:nvSpPr>
        <p:spPr>
          <a:xfrm>
            <a:off x="6330186" y="1576448"/>
            <a:ext cx="2282787" cy="587474"/>
          </a:xfrm>
          <a:prstGeom prst="roundRect">
            <a:avLst/>
          </a:prstGeom>
          <a:solidFill>
            <a:srgbClr val="B6004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Velar por la </a:t>
            </a:r>
            <a:r>
              <a:rPr lang="es-ES" sz="1100" b="1" dirty="0"/>
              <a:t>idoneidad </a:t>
            </a:r>
            <a:r>
              <a:rPr lang="es-ES" sz="1100" dirty="0"/>
              <a:t>de la regulación técnica bajo la responsabilidad del IGAC </a:t>
            </a:r>
            <a:endParaRPr lang="es-CO" sz="11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D07CB4-9550-4BEF-B9DE-3E76DD29A5E4}"/>
              </a:ext>
            </a:extLst>
          </p:cNvPr>
          <p:cNvSpPr/>
          <p:nvPr/>
        </p:nvSpPr>
        <p:spPr>
          <a:xfrm>
            <a:off x="6330187" y="2263093"/>
            <a:ext cx="2282786" cy="587474"/>
          </a:xfrm>
          <a:prstGeom prst="roundRect">
            <a:avLst/>
          </a:prstGeom>
          <a:solidFill>
            <a:srgbClr val="B6004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Recomendar el ajuste de las propuestas de regulación presentadas por el IGAC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342287-C63E-4BA0-9D48-80682BA51931}"/>
              </a:ext>
            </a:extLst>
          </p:cNvPr>
          <p:cNvSpPr/>
          <p:nvPr/>
        </p:nvSpPr>
        <p:spPr>
          <a:xfrm>
            <a:off x="6356030" y="2916149"/>
            <a:ext cx="2231099" cy="576968"/>
          </a:xfrm>
          <a:prstGeom prst="roundRect">
            <a:avLst/>
          </a:prstGeom>
          <a:solidFill>
            <a:srgbClr val="B6004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Emitir </a:t>
            </a:r>
            <a:r>
              <a:rPr lang="es-ES" sz="1100" b="1" dirty="0"/>
              <a:t>concepto favorable </a:t>
            </a:r>
            <a:r>
              <a:rPr lang="es-ES" sz="1100" dirty="0"/>
              <a:t>o </a:t>
            </a:r>
            <a:r>
              <a:rPr lang="es-ES" sz="1100" b="1" dirty="0"/>
              <a:t>desfavorable</a:t>
            </a:r>
            <a:r>
              <a:rPr lang="es-ES" sz="1100" dirty="0"/>
              <a:t> a las iniciativas de regulación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8B593B-21DC-4F06-9494-4561410D9BE3}"/>
              </a:ext>
            </a:extLst>
          </p:cNvPr>
          <p:cNvSpPr/>
          <p:nvPr/>
        </p:nvSpPr>
        <p:spPr>
          <a:xfrm>
            <a:off x="6381875" y="3621688"/>
            <a:ext cx="2231099" cy="422500"/>
          </a:xfrm>
          <a:prstGeom prst="roundRect">
            <a:avLst/>
          </a:prstGeom>
          <a:solidFill>
            <a:srgbClr val="B6004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Dar concepto sobre el uso de insumos cartográficos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D40B1D-3BD7-453A-BD9F-AFD6BEAB7AC0}"/>
              </a:ext>
            </a:extLst>
          </p:cNvPr>
          <p:cNvSpPr/>
          <p:nvPr/>
        </p:nvSpPr>
        <p:spPr>
          <a:xfrm>
            <a:off x="6381875" y="4116907"/>
            <a:ext cx="2231099" cy="576968"/>
          </a:xfrm>
          <a:prstGeom prst="roundRect">
            <a:avLst/>
          </a:prstGeom>
          <a:solidFill>
            <a:srgbClr val="B6004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Proponer y recomendar temas que fortalezcan la regulación del catastro 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A01E5B6-784D-4F94-A0B8-41ABBA8A4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4732" y="2389952"/>
            <a:ext cx="303327" cy="30332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9F61E0B-9202-41AE-A4EA-D389065580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7195" y="3691380"/>
            <a:ext cx="283115" cy="28311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3916721-8661-4988-A2D0-58230B1CC2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6476" y="3077674"/>
            <a:ext cx="301652" cy="301652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460EE4B-70D9-4D30-8045-F6E9101EF5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12064" y="4186626"/>
            <a:ext cx="333375" cy="33337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00246349-6866-4ED2-B28B-91844BE7AE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81358" y="1702230"/>
            <a:ext cx="303327" cy="30332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6E602B3-D417-4790-9B3B-3249DDBBEF70}"/>
              </a:ext>
            </a:extLst>
          </p:cNvPr>
          <p:cNvSpPr/>
          <p:nvPr/>
        </p:nvSpPr>
        <p:spPr>
          <a:xfrm>
            <a:off x="273452" y="459714"/>
            <a:ext cx="814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125"/>
              </a:spcBef>
              <a:buNone/>
            </a:pPr>
            <a:r>
              <a:rPr lang="es-ES" sz="1800" b="1" dirty="0">
                <a:solidFill>
                  <a:srgbClr val="B6004C"/>
                </a:solidFill>
                <a:cs typeface="Arial" panose="020B0604020202020204" pitchFamily="34" charset="0"/>
              </a:rPr>
              <a:t>Comité Técnico Asesor para la Gestión Catastral - CTAGC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1ACCBA-793A-49BC-B8C2-C2F66A52C3BA}"/>
              </a:ext>
            </a:extLst>
          </p:cNvPr>
          <p:cNvSpPr txBox="1"/>
          <p:nvPr/>
        </p:nvSpPr>
        <p:spPr>
          <a:xfrm>
            <a:off x="273452" y="88053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 acuerdo con el artículo </a:t>
            </a:r>
            <a:r>
              <a:rPr lang="es-CO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2.2.2.1.8</a:t>
            </a:r>
            <a:r>
              <a:rPr lang="es-CO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Decreto 148 de 2020: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C30B30-C189-4882-8CD8-A88AE056DE87}"/>
              </a:ext>
            </a:extLst>
          </p:cNvPr>
          <p:cNvSpPr txBox="1"/>
          <p:nvPr/>
        </p:nvSpPr>
        <p:spPr>
          <a:xfrm>
            <a:off x="279099" y="3721290"/>
            <a:ext cx="46952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DANE luego de un análisis exhaustivo sobre el estado de la política actual de Catastro Multipropósito. </a:t>
            </a:r>
            <a:r>
              <a:rPr lang="es-CO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Convocará el CTAGC para proponer y recomendar temas que fortalezcan la regulación de catastro. </a:t>
            </a:r>
            <a:r>
              <a:rPr lang="es-CO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Por lo anterior, se encuentra en elaboración un documento diagnostico del estado actual de la política para llevar al comité.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4715CEC-760A-488B-A487-0E0E9D00BFC8}"/>
              </a:ext>
            </a:extLst>
          </p:cNvPr>
          <p:cNvCxnSpPr>
            <a:cxnSpLocks/>
          </p:cNvCxnSpPr>
          <p:nvPr/>
        </p:nvCxnSpPr>
        <p:spPr>
          <a:xfrm>
            <a:off x="5620954" y="1060626"/>
            <a:ext cx="13209" cy="2913869"/>
          </a:xfrm>
          <a:prstGeom prst="line">
            <a:avLst/>
          </a:prstGeom>
          <a:ln>
            <a:solidFill>
              <a:srgbClr val="B6004C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6E4AF7C7-7931-4726-8330-647ABAFFECB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5025933" y="4148230"/>
            <a:ext cx="473878" cy="55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0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B74AF1-866C-4D82-B5A3-AE6F22633344}"/>
              </a:ext>
            </a:extLst>
          </p:cNvPr>
          <p:cNvSpPr/>
          <p:nvPr/>
        </p:nvSpPr>
        <p:spPr>
          <a:xfrm>
            <a:off x="185028" y="431822"/>
            <a:ext cx="5667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B6004C"/>
                </a:solidFill>
              </a:rPr>
              <a:t>Procedimiento de aprobación en el </a:t>
            </a:r>
            <a:r>
              <a:rPr lang="es-ES" sz="1800" b="1" dirty="0">
                <a:solidFill>
                  <a:srgbClr val="B6004C"/>
                </a:solidFill>
                <a:cs typeface="Arial" panose="020B0604020202020204" pitchFamily="34" charset="0"/>
              </a:rPr>
              <a:t>CTAGC</a:t>
            </a:r>
            <a:r>
              <a:rPr lang="es-ES" b="1" dirty="0">
                <a:solidFill>
                  <a:srgbClr val="B6004C"/>
                </a:solidFill>
              </a:rPr>
              <a:t> </a:t>
            </a:r>
            <a:endParaRPr lang="es-ES" dirty="0"/>
          </a:p>
        </p:txBody>
      </p:sp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F3C397CC-BED0-4A74-89B9-F669AAA236A2}"/>
              </a:ext>
            </a:extLst>
          </p:cNvPr>
          <p:cNvSpPr/>
          <p:nvPr/>
        </p:nvSpPr>
        <p:spPr>
          <a:xfrm>
            <a:off x="1179977" y="1623969"/>
            <a:ext cx="1605452" cy="935160"/>
          </a:xfrm>
          <a:prstGeom prst="flowChartDecision">
            <a:avLst/>
          </a:prstGeom>
          <a:solidFill>
            <a:srgbClr val="B6004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¿Cual es el concepto</a:t>
            </a:r>
          </a:p>
          <a:p>
            <a:pPr algn="ctr"/>
            <a:r>
              <a:rPr lang="es-ES" sz="1000" dirty="0"/>
              <a:t>del proyecto?</a:t>
            </a:r>
            <a:endParaRPr lang="es-CO" sz="1000" dirty="0"/>
          </a:p>
        </p:txBody>
      </p: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ADBCBC1B-3FAE-4337-A025-663F778244FB}"/>
              </a:ext>
            </a:extLst>
          </p:cNvPr>
          <p:cNvSpPr/>
          <p:nvPr/>
        </p:nvSpPr>
        <p:spPr>
          <a:xfrm>
            <a:off x="1160534" y="2731802"/>
            <a:ext cx="1642322" cy="1029675"/>
          </a:xfrm>
          <a:prstGeom prst="flowChartDecision">
            <a:avLst/>
          </a:prstGeom>
          <a:solidFill>
            <a:srgbClr val="B6004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El proyecto requiere</a:t>
            </a:r>
            <a:br>
              <a:rPr lang="es-ES" sz="1000" dirty="0"/>
            </a:br>
            <a:r>
              <a:rPr lang="es-ES" sz="1000" dirty="0"/>
              <a:t>ajustes menores?</a:t>
            </a:r>
            <a:endParaRPr lang="es-CO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83433-EED7-4751-B970-52D6F64E83A8}"/>
              </a:ext>
            </a:extLst>
          </p:cNvPr>
          <p:cNvSpPr/>
          <p:nvPr/>
        </p:nvSpPr>
        <p:spPr>
          <a:xfrm>
            <a:off x="3740972" y="2775306"/>
            <a:ext cx="1617133" cy="9731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/>
              <a:t>IGAC </a:t>
            </a:r>
            <a:r>
              <a:rPr lang="es-ES" sz="1000" dirty="0"/>
              <a:t>Ajusta el proyecto con las observaciones y/o da las razones de la no procedencia de la modificación</a:t>
            </a:r>
            <a:endParaRPr lang="es-CO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E15741-B736-4C47-B9FD-0C303D172468}"/>
              </a:ext>
            </a:extLst>
          </p:cNvPr>
          <p:cNvSpPr/>
          <p:nvPr/>
        </p:nvSpPr>
        <p:spPr>
          <a:xfrm>
            <a:off x="3738183" y="3970626"/>
            <a:ext cx="1617133" cy="74182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La S.T. remite el proyecto ajustado y observaciones para conocimiento del comité Asesor </a:t>
            </a:r>
            <a:endParaRPr lang="es-CO" sz="1000" dirty="0"/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ACB37AE7-287E-4125-94E6-D72856A7653C}"/>
              </a:ext>
            </a:extLst>
          </p:cNvPr>
          <p:cNvSpPr/>
          <p:nvPr/>
        </p:nvSpPr>
        <p:spPr>
          <a:xfrm>
            <a:off x="1870583" y="3771001"/>
            <a:ext cx="1681667" cy="1146617"/>
          </a:xfrm>
          <a:prstGeom prst="flowChartDecision">
            <a:avLst/>
          </a:prstGeom>
          <a:solidFill>
            <a:srgbClr val="B6004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El comité Asesor aprueba los ajustes?*</a:t>
            </a:r>
            <a:endParaRPr lang="es-CO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B7B09-8A74-4E04-B8BF-BE5143D21DFB}"/>
              </a:ext>
            </a:extLst>
          </p:cNvPr>
          <p:cNvSpPr/>
          <p:nvPr/>
        </p:nvSpPr>
        <p:spPr>
          <a:xfrm>
            <a:off x="311226" y="4059040"/>
            <a:ext cx="1377671" cy="58101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/>
              <a:t>IGAC continua con la publicación del proyecto.</a:t>
            </a:r>
            <a:endParaRPr lang="es-CO" sz="1000" dirty="0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E2656D71-0A06-4C91-BF8F-D43FB6CD5172}"/>
              </a:ext>
            </a:extLst>
          </p:cNvPr>
          <p:cNvSpPr/>
          <p:nvPr/>
        </p:nvSpPr>
        <p:spPr>
          <a:xfrm>
            <a:off x="712610" y="4822032"/>
            <a:ext cx="574903" cy="237264"/>
          </a:xfrm>
          <a:prstGeom prst="flowChartTerminator">
            <a:avLst/>
          </a:prstGeom>
          <a:solidFill>
            <a:srgbClr val="404E5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/>
              <a:t>FIN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CAECB2-D6DB-4A11-95FF-A698DC90DDA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802856" y="3246640"/>
            <a:ext cx="938116" cy="15240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0F107A-5F75-4281-ACD3-F3ECD70AACA0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>
            <a:off x="3552250" y="4341540"/>
            <a:ext cx="185933" cy="2770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4ECD488-79A2-4670-A60C-F3E05EB6A430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3074780" y="3112292"/>
            <a:ext cx="295347" cy="1022073"/>
          </a:xfrm>
          <a:prstGeom prst="bentConnector2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98B88F-F81D-4B14-B2D2-0AA081A56EF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4546750" y="3748453"/>
            <a:ext cx="2789" cy="222173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F915F2-F199-4CF2-986D-EC283DC87C57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1688897" y="4344310"/>
            <a:ext cx="181686" cy="5238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53567E-6F17-4428-B875-60621E50A31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000062" y="4640056"/>
            <a:ext cx="0" cy="181976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8EC4582F-4244-4FFF-B338-30DD72E289BE}"/>
              </a:ext>
            </a:extLst>
          </p:cNvPr>
          <p:cNvSpPr/>
          <p:nvPr/>
        </p:nvSpPr>
        <p:spPr>
          <a:xfrm>
            <a:off x="1957242" y="2516958"/>
            <a:ext cx="67678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900" dirty="0"/>
              <a:t>Favorable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9237F9D-CAC1-482D-A870-CE5F6E3496D4}"/>
              </a:ext>
            </a:extLst>
          </p:cNvPr>
          <p:cNvSpPr/>
          <p:nvPr/>
        </p:nvSpPr>
        <p:spPr>
          <a:xfrm>
            <a:off x="2717959" y="3032866"/>
            <a:ext cx="27283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900" dirty="0"/>
              <a:t>Si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A2631EC-FA99-4BF0-BC20-FD5D18B10224}"/>
              </a:ext>
            </a:extLst>
          </p:cNvPr>
          <p:cNvSpPr/>
          <p:nvPr/>
        </p:nvSpPr>
        <p:spPr>
          <a:xfrm>
            <a:off x="1669984" y="3686903"/>
            <a:ext cx="33855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900" dirty="0"/>
              <a:t>No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D2F750-F0DB-46A6-84C1-CF0C2C7B48CD}"/>
              </a:ext>
            </a:extLst>
          </p:cNvPr>
          <p:cNvSpPr/>
          <p:nvPr/>
        </p:nvSpPr>
        <p:spPr>
          <a:xfrm>
            <a:off x="1689343" y="4119070"/>
            <a:ext cx="29367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900" dirty="0"/>
              <a:t>Si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0B8A42B-2BD5-4423-94EA-A9BED6BBD849}"/>
              </a:ext>
            </a:extLst>
          </p:cNvPr>
          <p:cNvSpPr/>
          <p:nvPr/>
        </p:nvSpPr>
        <p:spPr>
          <a:xfrm>
            <a:off x="2759139" y="3564010"/>
            <a:ext cx="33855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900" dirty="0"/>
              <a:t>No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B1EA09B-F430-4FA7-B831-12CDCBC0D969}"/>
              </a:ext>
            </a:extLst>
          </p:cNvPr>
          <p:cNvCxnSpPr>
            <a:cxnSpLocks/>
            <a:stCxn id="123" idx="2"/>
            <a:endCxn id="2" idx="0"/>
          </p:cNvCxnSpPr>
          <p:nvPr/>
        </p:nvCxnSpPr>
        <p:spPr>
          <a:xfrm>
            <a:off x="1982703" y="1487283"/>
            <a:ext cx="0" cy="136686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E13FD803-6666-4A31-A712-E6DD79A1CF1B}"/>
              </a:ext>
            </a:extLst>
          </p:cNvPr>
          <p:cNvSpPr/>
          <p:nvPr/>
        </p:nvSpPr>
        <p:spPr>
          <a:xfrm>
            <a:off x="1742515" y="4938969"/>
            <a:ext cx="208582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" dirty="0"/>
              <a:t>*Se aprobará por mayoría simple - virtual.</a:t>
            </a:r>
            <a:endParaRPr lang="es-CO" sz="800" dirty="0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A49C24BF-11AF-43AB-A48E-EE0DBE14336F}"/>
              </a:ext>
            </a:extLst>
          </p:cNvPr>
          <p:cNvSpPr/>
          <p:nvPr/>
        </p:nvSpPr>
        <p:spPr>
          <a:xfrm>
            <a:off x="1331376" y="1223435"/>
            <a:ext cx="1302654" cy="263848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000" dirty="0">
                <a:solidFill>
                  <a:schemeClr val="bg1"/>
                </a:solidFill>
              </a:rPr>
              <a:t>Sesión ordinaria</a:t>
            </a:r>
            <a:endParaRPr lang="es-CO" sz="1000" dirty="0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C376FCB5-4DEE-41F9-8C9C-288076C2EE46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1981695" y="2559129"/>
            <a:ext cx="1008" cy="172673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314DA9AE-9D06-4CDC-8CFF-6F3EE58DE8B4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5400000">
            <a:off x="1342098" y="3419442"/>
            <a:ext cx="297563" cy="981633"/>
          </a:xfrm>
          <a:prstGeom prst="bentConnector3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F672A00-70E8-49E7-A9CD-E69E8CF307B5}"/>
              </a:ext>
            </a:extLst>
          </p:cNvPr>
          <p:cNvSpPr/>
          <p:nvPr/>
        </p:nvSpPr>
        <p:spPr>
          <a:xfrm>
            <a:off x="1280215" y="820390"/>
            <a:ext cx="1411389" cy="263848"/>
          </a:xfrm>
          <a:prstGeom prst="roundRect">
            <a:avLst/>
          </a:prstGeom>
          <a:solidFill>
            <a:srgbClr val="404E5C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000" dirty="0">
                <a:solidFill>
                  <a:schemeClr val="bg1"/>
                </a:solidFill>
              </a:rPr>
              <a:t>IGAC envía borrador</a:t>
            </a:r>
            <a:endParaRPr lang="es-CO" sz="1000" dirty="0"/>
          </a:p>
        </p:txBody>
      </p: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F24CEDE3-AF57-4571-9ED1-529A0D5D48A4}"/>
              </a:ext>
            </a:extLst>
          </p:cNvPr>
          <p:cNvCxnSpPr>
            <a:stCxn id="2" idx="1"/>
            <a:endCxn id="162" idx="1"/>
          </p:cNvCxnSpPr>
          <p:nvPr/>
        </p:nvCxnSpPr>
        <p:spPr>
          <a:xfrm rot="10800000" flipH="1">
            <a:off x="1179977" y="952315"/>
            <a:ext cx="100238" cy="1139235"/>
          </a:xfrm>
          <a:prstGeom prst="bentConnector3">
            <a:avLst>
              <a:gd name="adj1" fmla="val -228057"/>
            </a:avLst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237177F3-E19C-4E57-B128-5FDD2E2CD414}"/>
              </a:ext>
            </a:extLst>
          </p:cNvPr>
          <p:cNvCxnSpPr>
            <a:cxnSpLocks/>
            <a:stCxn id="162" idx="2"/>
            <a:endCxn id="123" idx="0"/>
          </p:cNvCxnSpPr>
          <p:nvPr/>
        </p:nvCxnSpPr>
        <p:spPr>
          <a:xfrm flipH="1">
            <a:off x="1982703" y="1084238"/>
            <a:ext cx="3207" cy="139197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3ED5128E-E67C-438F-A131-47CA72DBCD4C}"/>
              </a:ext>
            </a:extLst>
          </p:cNvPr>
          <p:cNvSpPr/>
          <p:nvPr/>
        </p:nvSpPr>
        <p:spPr>
          <a:xfrm rot="16200000">
            <a:off x="396659" y="1371867"/>
            <a:ext cx="8627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900" dirty="0"/>
              <a:t>No Favorable</a:t>
            </a: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C8F56E6-17A8-44F4-81BB-7F3A98B2F159}"/>
              </a:ext>
            </a:extLst>
          </p:cNvPr>
          <p:cNvCxnSpPr>
            <a:cxnSpLocks/>
          </p:cNvCxnSpPr>
          <p:nvPr/>
        </p:nvCxnSpPr>
        <p:spPr>
          <a:xfrm>
            <a:off x="5538208" y="683410"/>
            <a:ext cx="4159" cy="4165324"/>
          </a:xfrm>
          <a:prstGeom prst="line">
            <a:avLst/>
          </a:prstGeom>
          <a:ln>
            <a:solidFill>
              <a:srgbClr val="B6004C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3C33AD2-A71B-4941-B5B5-C5A876501DF0}"/>
              </a:ext>
            </a:extLst>
          </p:cNvPr>
          <p:cNvSpPr/>
          <p:nvPr/>
        </p:nvSpPr>
        <p:spPr>
          <a:xfrm>
            <a:off x="5688942" y="3225586"/>
            <a:ext cx="3221461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404E5C"/>
                </a:solidFill>
              </a:rPr>
              <a:t>Resolución IGAC 1149 de 2021  </a:t>
            </a:r>
          </a:p>
          <a:p>
            <a:r>
              <a:rPr lang="es-ES" sz="1050" b="1" dirty="0">
                <a:solidFill>
                  <a:srgbClr val="404E5C"/>
                </a:solidFill>
              </a:rPr>
              <a:t>(19 de agosto)</a:t>
            </a:r>
            <a:endParaRPr lang="es-ES" dirty="0">
              <a:solidFill>
                <a:srgbClr val="404E5C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31D52FE-1EDB-46EA-81AA-D08328F2CBC9}"/>
              </a:ext>
            </a:extLst>
          </p:cNvPr>
          <p:cNvSpPr txBox="1"/>
          <p:nvPr/>
        </p:nvSpPr>
        <p:spPr>
          <a:xfrm>
            <a:off x="5732066" y="3880681"/>
            <a:ext cx="2901072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dirty="0"/>
              <a:t>“Por la cual se actualiza la reglamentación técnica de la formación, actualización, conservación y difusión catastral con enfoque multipropósito” </a:t>
            </a:r>
            <a:endParaRPr lang="es-CO" sz="12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AAFE646-6BB8-40C6-AD1F-D2AEF1619710}"/>
              </a:ext>
            </a:extLst>
          </p:cNvPr>
          <p:cNvSpPr/>
          <p:nvPr/>
        </p:nvSpPr>
        <p:spPr>
          <a:xfrm>
            <a:off x="5907984" y="967934"/>
            <a:ext cx="1955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B6004C"/>
                </a:solidFill>
              </a:rPr>
              <a:t>Avances</a:t>
            </a:r>
            <a:endParaRPr lang="es-ES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568ABBF-D4EE-426D-A7CD-1006922718BD}"/>
              </a:ext>
            </a:extLst>
          </p:cNvPr>
          <p:cNvSpPr txBox="1"/>
          <p:nvPr/>
        </p:nvSpPr>
        <p:spPr>
          <a:xfrm>
            <a:off x="5632033" y="1420955"/>
            <a:ext cx="28993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El CTAGC en un proceso riguroso dio revisión a la </a:t>
            </a:r>
            <a:r>
              <a:rPr lang="es-ES" sz="1200" b="1" dirty="0"/>
              <a:t>resolución 1149 de 2021</a:t>
            </a:r>
            <a:r>
              <a:rPr lang="es-ES" sz="1200" dirty="0"/>
              <a:t>, en el cual se ha asegurado desde el punto de vista técnico su idoneidad bajo el nuevo enfoque multipropósito.</a:t>
            </a:r>
            <a:endParaRPr lang="es-CO" sz="1200" dirty="0"/>
          </a:p>
        </p:txBody>
      </p:sp>
      <p:pic>
        <p:nvPicPr>
          <p:cNvPr id="187" name="Graphic 186">
            <a:extLst>
              <a:ext uri="{FF2B5EF4-FFF2-40B4-BE49-F238E27FC236}">
                <a16:creationId xmlns:a16="http://schemas.microsoft.com/office/drawing/2014/main" id="{6530A39C-8C95-447C-BC7B-E3F0AA6E2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8714" y="1027651"/>
            <a:ext cx="272694" cy="27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56257"/>
      </p:ext>
    </p:extLst>
  </p:cSld>
  <p:clrMapOvr>
    <a:masterClrMapping/>
  </p:clrMapOvr>
</p:sld>
</file>

<file path=ppt/theme/theme1.xml><?xml version="1.0" encoding="utf-8"?>
<a:theme xmlns:a="http://schemas.openxmlformats.org/drawingml/2006/main" name="4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5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6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9">
    <wetp:webextensionref xmlns:r="http://schemas.openxmlformats.org/officeDocument/2006/relationships" r:id="rId2"/>
  </wetp:taskpane>
  <wetp:taskpane dockstate="right" visibility="0" width="418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DCD860D2-7074-42C2-B233-BBF24644EB59}">
  <we:reference id="wa104381411" version="1.0.0.0" store="en-US" storeType="OMEX"/>
  <we:alternateReferences>
    <we:reference id="wa104381411" version="1.0.0.0" store="WA10438141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57B0250-B541-4B30-8855-BC3E8AE0168A}">
  <we:reference id="wa104381335" version="1.0.0.1" store="en-US" storeType="OMEX"/>
  <we:alternateReferences>
    <we:reference id="wa104381335" version="1.0.0.1" store="WA104381335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FE773872-ED61-492D-AC0C-5F13255FF3AA}">
  <we:reference id="wa104379997" version="2.0.0.0" store="en-US" storeType="OMEX"/>
  <we:alternateReferences>
    <we:reference id="wa104379997" version="2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30451</TotalTime>
  <Words>338</Words>
  <Application>Microsoft Office PowerPoint</Application>
  <PresentationFormat>On-screen Show (16:9)</PresentationFormat>
  <Paragraphs>45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Segoe UI</vt:lpstr>
      <vt:lpstr>4_Tema de Office</vt:lpstr>
      <vt:lpstr>5_Tema de Office</vt:lpstr>
      <vt:lpstr>1_Tema de Office</vt:lpstr>
      <vt:lpstr>2_Tema de Office</vt:lpstr>
      <vt:lpstr>3_Tema de Office</vt:lpstr>
      <vt:lpstr>6_Tema de Office</vt:lpstr>
      <vt:lpstr>PowerPoint Presentation</vt:lpstr>
      <vt:lpstr>PowerPoint Presentation</vt:lpstr>
      <vt:lpstr>PowerPoint Presentation</vt:lpstr>
    </vt:vector>
  </TitlesOfParts>
  <Company>DANE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Mercado</dc:title>
  <dc:creator>DANE-DIMPE</dc:creator>
  <cp:lastModifiedBy>Ivan Dario Carrillo Duran</cp:lastModifiedBy>
  <cp:revision>1762</cp:revision>
  <cp:lastPrinted>2021-01-13T19:10:21Z</cp:lastPrinted>
  <dcterms:created xsi:type="dcterms:W3CDTF">2018-06-21T20:42:53Z</dcterms:created>
  <dcterms:modified xsi:type="dcterms:W3CDTF">2021-12-13T03:10:27Z</dcterms:modified>
</cp:coreProperties>
</file>